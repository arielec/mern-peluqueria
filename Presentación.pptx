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Aptos Bold" charset="1" panose="020B0004020202020204"/>
      <p:regular r:id="rId24"/>
    </p:embeddedFont>
    <p:embeddedFont>
      <p:font typeface="Aptos" charset="1" panose="020B0004020202020204"/>
      <p:regular r:id="rId25"/>
    </p:embeddedFont>
    <p:embeddedFont>
      <p:font typeface="Aptos Italics" charset="1" panose="020B0004020202090204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VAHH_H20h1k.mp4" Type="http://schemas.openxmlformats.org/officeDocument/2006/relationships/video"/><Relationship Id="rId4" Target="../media/VAHH_H20h1k.mp4" Type="http://schemas.microsoft.com/office/2007/relationships/media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Relationship Id="rId3" Target="../media/VAHH_d6R4M4.mp4" Type="http://schemas.openxmlformats.org/officeDocument/2006/relationships/video"/><Relationship Id="rId4" Target="../media/VAHH_d6R4M4.mp4" Type="http://schemas.microsoft.com/office/2007/relationships/media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5132019" y="1954906"/>
            <a:ext cx="8023962" cy="775153"/>
            <a:chOff x="0" y="0"/>
            <a:chExt cx="10698616" cy="103353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98615" cy="1033537"/>
            </a:xfrm>
            <a:custGeom>
              <a:avLst/>
              <a:gdLst/>
              <a:ahLst/>
              <a:cxnLst/>
              <a:rect r="r" b="b" t="t" l="l"/>
              <a:pathLst>
                <a:path h="1033537" w="10698615">
                  <a:moveTo>
                    <a:pt x="0" y="172195"/>
                  </a:moveTo>
                  <a:cubicBezTo>
                    <a:pt x="0" y="77146"/>
                    <a:pt x="74534" y="0"/>
                    <a:pt x="166363" y="0"/>
                  </a:cubicBezTo>
                  <a:lnTo>
                    <a:pt x="10532252" y="0"/>
                  </a:lnTo>
                  <a:cubicBezTo>
                    <a:pt x="10624082" y="0"/>
                    <a:pt x="10698615" y="77146"/>
                    <a:pt x="10698615" y="172195"/>
                  </a:cubicBezTo>
                  <a:lnTo>
                    <a:pt x="10698615" y="861342"/>
                  </a:lnTo>
                  <a:cubicBezTo>
                    <a:pt x="10698615" y="956391"/>
                    <a:pt x="10624082" y="1033537"/>
                    <a:pt x="10532252" y="1033537"/>
                  </a:cubicBezTo>
                  <a:lnTo>
                    <a:pt x="166363" y="1033537"/>
                  </a:lnTo>
                  <a:cubicBezTo>
                    <a:pt x="74534" y="1033537"/>
                    <a:pt x="0" y="956391"/>
                    <a:pt x="0" y="861342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0698616" cy="10335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439"/>
                </a:lnSpc>
              </a:pPr>
              <a:r>
                <a:rPr lang="en-US" sz="3699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Complementos de Bases de Datos</a:t>
              </a: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7639089" y="6031788"/>
            <a:ext cx="1420245" cy="1859568"/>
          </a:xfrm>
          <a:custGeom>
            <a:avLst/>
            <a:gdLst/>
            <a:ahLst/>
            <a:cxnLst/>
            <a:rect r="r" b="b" t="t" l="l"/>
            <a:pathLst>
              <a:path h="1859568" w="1420245">
                <a:moveTo>
                  <a:pt x="0" y="0"/>
                </a:moveTo>
                <a:lnTo>
                  <a:pt x="1420246" y="0"/>
                </a:lnTo>
                <a:lnTo>
                  <a:pt x="1420246" y="1859569"/>
                </a:lnTo>
                <a:lnTo>
                  <a:pt x="0" y="18595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9144000" y="6031788"/>
            <a:ext cx="2184515" cy="1859568"/>
          </a:xfrm>
          <a:custGeom>
            <a:avLst/>
            <a:gdLst/>
            <a:ahLst/>
            <a:cxnLst/>
            <a:rect r="r" b="b" t="t" l="l"/>
            <a:pathLst>
              <a:path h="1859568" w="2184515">
                <a:moveTo>
                  <a:pt x="0" y="0"/>
                </a:moveTo>
                <a:lnTo>
                  <a:pt x="2184515" y="0"/>
                </a:lnTo>
                <a:lnTo>
                  <a:pt x="2184515" y="1859569"/>
                </a:lnTo>
                <a:lnTo>
                  <a:pt x="0" y="18595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5601364" y="3139633"/>
            <a:ext cx="7085273" cy="1809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sz="5999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Sistema de Gestión</a:t>
            </a:r>
          </a:p>
          <a:p>
            <a:pPr algn="l">
              <a:lnSpc>
                <a:spcPts val="7199"/>
              </a:lnSpc>
            </a:pPr>
            <a:r>
              <a:rPr lang="en-US" sz="5999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y Reservas a Medida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053000" y="5358958"/>
            <a:ext cx="12181999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39"/>
              </a:lnSpc>
            </a:pPr>
            <a:r>
              <a:rPr lang="en-US" sz="36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Plataforma web integral para peluquería y centro de estética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39190" y="9448800"/>
            <a:ext cx="16009620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99"/>
              </a:lnSpc>
            </a:pPr>
            <a:r>
              <a:rPr lang="en-US" sz="29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Joaquín Borja León · Ariel Escobar Capilla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47750" y="1362075"/>
            <a:ext cx="1834396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sz="51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Índice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750" y="2767789"/>
            <a:ext cx="7347177" cy="419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191821"/>
                </a:solidFill>
                <a:latin typeface="Aptos"/>
                <a:ea typeface="Aptos"/>
                <a:cs typeface="Aptos"/>
                <a:sym typeface="Aptos"/>
              </a:rPr>
              <a:t>1. Contexto y problema</a:t>
            </a:r>
          </a:p>
          <a:p>
            <a:pPr algn="l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191821"/>
                </a:solidFill>
                <a:latin typeface="Aptos"/>
                <a:ea typeface="Aptos"/>
                <a:cs typeface="Aptos"/>
                <a:sym typeface="Aptos"/>
              </a:rPr>
              <a:t>2. Objetivo del proyecto</a:t>
            </a:r>
          </a:p>
          <a:p>
            <a:pPr algn="l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191821"/>
                </a:solidFill>
                <a:latin typeface="Aptos"/>
                <a:ea typeface="Aptos"/>
                <a:cs typeface="Aptos"/>
                <a:sym typeface="Aptos"/>
              </a:rPr>
              <a:t>3. Solución propuesta</a:t>
            </a:r>
          </a:p>
          <a:p>
            <a:pPr algn="l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191821"/>
                </a:solidFill>
                <a:latin typeface="Aptos"/>
                <a:ea typeface="Aptos"/>
                <a:cs typeface="Aptos"/>
                <a:sym typeface="Aptos"/>
              </a:rPr>
              <a:t>4. Stack tecnológico principal</a:t>
            </a:r>
          </a:p>
          <a:p>
            <a:pPr algn="l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191821"/>
                </a:solidFill>
                <a:latin typeface="Aptos"/>
                <a:ea typeface="Aptos"/>
                <a:cs typeface="Aptos"/>
                <a:sym typeface="Aptos"/>
              </a:rPr>
              <a:t>5. Stack tecnológico secundario</a:t>
            </a:r>
          </a:p>
          <a:p>
            <a:pPr algn="l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191821"/>
                </a:solidFill>
                <a:latin typeface="Aptos"/>
                <a:ea typeface="Aptos"/>
                <a:cs typeface="Aptos"/>
                <a:sym typeface="Aptos"/>
              </a:rPr>
              <a:t>6. Modelo de datos</a:t>
            </a:r>
          </a:p>
          <a:p>
            <a:pPr algn="l">
              <a:lnSpc>
                <a:spcPts val="4799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9144000" y="2767789"/>
            <a:ext cx="5795367" cy="3590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191821"/>
                </a:solidFill>
                <a:latin typeface="Aptos"/>
                <a:ea typeface="Aptos"/>
                <a:cs typeface="Aptos"/>
                <a:sym typeface="Aptos"/>
              </a:rPr>
              <a:t>7. Motor de disponibilidad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191821"/>
                </a:solidFill>
                <a:latin typeface="Aptos"/>
                <a:ea typeface="Aptos"/>
                <a:cs typeface="Aptos"/>
                <a:sym typeface="Aptos"/>
              </a:rPr>
              <a:t>8. Portal del cliente</a:t>
            </a:r>
          </a:p>
          <a:p>
            <a:pPr algn="l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191821"/>
                </a:solidFill>
                <a:latin typeface="Aptos"/>
                <a:ea typeface="Aptos"/>
                <a:cs typeface="Aptos"/>
                <a:sym typeface="Aptos"/>
              </a:rPr>
              <a:t>9. Panel de administración</a:t>
            </a:r>
          </a:p>
          <a:p>
            <a:pPr algn="l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191821"/>
                </a:solidFill>
                <a:latin typeface="Aptos"/>
                <a:ea typeface="Aptos"/>
                <a:cs typeface="Aptos"/>
                <a:sym typeface="Aptos"/>
              </a:rPr>
              <a:t>10. Demo</a:t>
            </a:r>
          </a:p>
          <a:p>
            <a:pPr algn="l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191821"/>
                </a:solidFill>
                <a:latin typeface="Aptos"/>
                <a:ea typeface="Aptos"/>
                <a:cs typeface="Aptos"/>
                <a:sym typeface="Aptos"/>
              </a:rPr>
              <a:t>11. Dificultades técnicas</a:t>
            </a:r>
          </a:p>
          <a:p>
            <a:pPr algn="l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191821"/>
                </a:solidFill>
                <a:latin typeface="Aptos"/>
                <a:ea typeface="Aptos"/>
                <a:cs typeface="Aptos"/>
                <a:sym typeface="Aptos"/>
              </a:rPr>
              <a:t>12. Conclusiones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7750" y="666750"/>
            <a:ext cx="1104900" cy="533400"/>
            <a:chOff x="0" y="0"/>
            <a:chExt cx="1473200" cy="711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3200" cy="711200"/>
            </a:xfrm>
            <a:custGeom>
              <a:avLst/>
              <a:gdLst/>
              <a:ahLst/>
              <a:cxnLst/>
              <a:rect r="r" b="b" t="t" l="l"/>
              <a:pathLst>
                <a:path h="711200" w="1473200">
                  <a:moveTo>
                    <a:pt x="0" y="118491"/>
                  </a:moveTo>
                  <a:cubicBezTo>
                    <a:pt x="0" y="53086"/>
                    <a:pt x="53086" y="0"/>
                    <a:pt x="118491" y="0"/>
                  </a:cubicBezTo>
                  <a:lnTo>
                    <a:pt x="1354582" y="0"/>
                  </a:lnTo>
                  <a:cubicBezTo>
                    <a:pt x="1420114" y="0"/>
                    <a:pt x="1473200" y="53086"/>
                    <a:pt x="1473200" y="118491"/>
                  </a:cubicBezTo>
                  <a:lnTo>
                    <a:pt x="1473200" y="592709"/>
                  </a:lnTo>
                  <a:cubicBezTo>
                    <a:pt x="1473200" y="658114"/>
                    <a:pt x="1420114" y="711200"/>
                    <a:pt x="1354709" y="711200"/>
                  </a:cubicBezTo>
                  <a:lnTo>
                    <a:pt x="118491" y="711200"/>
                  </a:lnTo>
                  <a:cubicBezTo>
                    <a:pt x="53086" y="711200"/>
                    <a:pt x="0" y="658114"/>
                    <a:pt x="0" y="592709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73200" cy="711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01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47750" y="1362075"/>
            <a:ext cx="14478000" cy="794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sz="51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Contexto y problema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028700" y="2557462"/>
            <a:ext cx="17705324" cy="5172075"/>
            <a:chOff x="0" y="0"/>
            <a:chExt cx="23607098" cy="6896100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9944100" cy="3086100"/>
              <a:chOff x="0" y="0"/>
              <a:chExt cx="9944100" cy="30861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19050" y="19050"/>
                <a:ext cx="9906000" cy="3048000"/>
              </a:xfrm>
              <a:custGeom>
                <a:avLst/>
                <a:gdLst/>
                <a:ahLst/>
                <a:cxnLst/>
                <a:rect r="r" b="b" t="t" l="l"/>
                <a:pathLst>
                  <a:path h="3048000" w="9906000">
                    <a:moveTo>
                      <a:pt x="0" y="508000"/>
                    </a:moveTo>
                    <a:cubicBezTo>
                      <a:pt x="0" y="227457"/>
                      <a:pt x="229362" y="0"/>
                      <a:pt x="512445" y="0"/>
                    </a:cubicBezTo>
                    <a:lnTo>
                      <a:pt x="9393555" y="0"/>
                    </a:lnTo>
                    <a:cubicBezTo>
                      <a:pt x="9676512" y="0"/>
                      <a:pt x="9906000" y="227457"/>
                      <a:pt x="9906000" y="508000"/>
                    </a:cubicBezTo>
                    <a:lnTo>
                      <a:pt x="9906000" y="2540000"/>
                    </a:lnTo>
                    <a:cubicBezTo>
                      <a:pt x="9906000" y="2820543"/>
                      <a:pt x="9676638" y="3048000"/>
                      <a:pt x="9393555" y="3048000"/>
                    </a:cubicBezTo>
                    <a:lnTo>
                      <a:pt x="512445" y="3048000"/>
                    </a:lnTo>
                    <a:cubicBezTo>
                      <a:pt x="229489" y="3048000"/>
                      <a:pt x="0" y="2820543"/>
                      <a:pt x="0" y="254000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9944100" cy="3086100"/>
              </a:xfrm>
              <a:custGeom>
                <a:avLst/>
                <a:gdLst/>
                <a:ahLst/>
                <a:cxnLst/>
                <a:rect r="r" b="b" t="t" l="l"/>
                <a:pathLst>
                  <a:path h="3086100" w="9944100">
                    <a:moveTo>
                      <a:pt x="0" y="527050"/>
                    </a:moveTo>
                    <a:cubicBezTo>
                      <a:pt x="0" y="235839"/>
                      <a:pt x="238125" y="0"/>
                      <a:pt x="531495" y="0"/>
                    </a:cubicBezTo>
                    <a:lnTo>
                      <a:pt x="9412605" y="0"/>
                    </a:lnTo>
                    <a:lnTo>
                      <a:pt x="9412605" y="19050"/>
                    </a:lnTo>
                    <a:lnTo>
                      <a:pt x="9412605" y="0"/>
                    </a:lnTo>
                    <a:cubicBezTo>
                      <a:pt x="9705975" y="0"/>
                      <a:pt x="9944100" y="235839"/>
                      <a:pt x="9944100" y="527050"/>
                    </a:cubicBezTo>
                    <a:lnTo>
                      <a:pt x="9925050" y="527050"/>
                    </a:lnTo>
                    <a:lnTo>
                      <a:pt x="9944100" y="527050"/>
                    </a:lnTo>
                    <a:lnTo>
                      <a:pt x="9944100" y="2559050"/>
                    </a:lnTo>
                    <a:lnTo>
                      <a:pt x="9925050" y="2559050"/>
                    </a:lnTo>
                    <a:lnTo>
                      <a:pt x="9944100" y="2559050"/>
                    </a:lnTo>
                    <a:cubicBezTo>
                      <a:pt x="9944100" y="2850261"/>
                      <a:pt x="9705975" y="3086100"/>
                      <a:pt x="9412605" y="3086100"/>
                    </a:cubicBezTo>
                    <a:lnTo>
                      <a:pt x="9412605" y="3067050"/>
                    </a:lnTo>
                    <a:lnTo>
                      <a:pt x="9412605" y="3086100"/>
                    </a:lnTo>
                    <a:lnTo>
                      <a:pt x="531495" y="3086100"/>
                    </a:lnTo>
                    <a:lnTo>
                      <a:pt x="531495" y="3067050"/>
                    </a:lnTo>
                    <a:lnTo>
                      <a:pt x="531495" y="3086100"/>
                    </a:lnTo>
                    <a:cubicBezTo>
                      <a:pt x="238125" y="3086100"/>
                      <a:pt x="0" y="2850261"/>
                      <a:pt x="0" y="2559050"/>
                    </a:cubicBezTo>
                    <a:lnTo>
                      <a:pt x="0" y="527050"/>
                    </a:lnTo>
                    <a:lnTo>
                      <a:pt x="19050" y="527050"/>
                    </a:lnTo>
                    <a:lnTo>
                      <a:pt x="0" y="527050"/>
                    </a:lnTo>
                    <a:moveTo>
                      <a:pt x="38100" y="527050"/>
                    </a:moveTo>
                    <a:lnTo>
                      <a:pt x="38100" y="2559050"/>
                    </a:lnTo>
                    <a:lnTo>
                      <a:pt x="19050" y="2559050"/>
                    </a:lnTo>
                    <a:lnTo>
                      <a:pt x="38100" y="2559050"/>
                    </a:lnTo>
                    <a:cubicBezTo>
                      <a:pt x="38100" y="2828925"/>
                      <a:pt x="258826" y="3048000"/>
                      <a:pt x="531495" y="3048000"/>
                    </a:cubicBezTo>
                    <a:lnTo>
                      <a:pt x="9412605" y="3048000"/>
                    </a:lnTo>
                    <a:cubicBezTo>
                      <a:pt x="9685274" y="3048000"/>
                      <a:pt x="9906000" y="2828925"/>
                      <a:pt x="9906000" y="2559050"/>
                    </a:cubicBezTo>
                    <a:lnTo>
                      <a:pt x="9906000" y="527050"/>
                    </a:lnTo>
                    <a:cubicBezTo>
                      <a:pt x="9906000" y="257175"/>
                      <a:pt x="9685274" y="38100"/>
                      <a:pt x="9412605" y="38100"/>
                    </a:cubicBezTo>
                    <a:lnTo>
                      <a:pt x="531495" y="38100"/>
                    </a:lnTo>
                    <a:lnTo>
                      <a:pt x="531495" y="19050"/>
                    </a:lnTo>
                    <a:lnTo>
                      <a:pt x="531495" y="38100"/>
                    </a:lnTo>
                    <a:cubicBezTo>
                      <a:pt x="258826" y="38100"/>
                      <a:pt x="38100" y="257175"/>
                      <a:pt x="38100" y="527050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18" id="18"/>
            <p:cNvGrpSpPr/>
            <p:nvPr/>
          </p:nvGrpSpPr>
          <p:grpSpPr>
            <a:xfrm rot="0">
              <a:off x="508000" y="685800"/>
              <a:ext cx="1460500" cy="1460500"/>
              <a:chOff x="0" y="0"/>
              <a:chExt cx="1460500" cy="14605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19050" y="19050"/>
                <a:ext cx="1422400" cy="1422400"/>
              </a:xfrm>
              <a:custGeom>
                <a:avLst/>
                <a:gdLst/>
                <a:ahLst/>
                <a:cxnLst/>
                <a:rect r="r" b="b" t="t" l="l"/>
                <a:pathLst>
                  <a:path h="1422400" w="1422400">
                    <a:moveTo>
                      <a:pt x="0" y="711200"/>
                    </a:moveTo>
                    <a:cubicBezTo>
                      <a:pt x="0" y="318389"/>
                      <a:pt x="318389" y="0"/>
                      <a:pt x="711200" y="0"/>
                    </a:cubicBezTo>
                    <a:cubicBezTo>
                      <a:pt x="1104011" y="0"/>
                      <a:pt x="1422400" y="318389"/>
                      <a:pt x="1422400" y="711200"/>
                    </a:cubicBezTo>
                    <a:cubicBezTo>
                      <a:pt x="1422400" y="1104011"/>
                      <a:pt x="1104011" y="1422400"/>
                      <a:pt x="711200" y="1422400"/>
                    </a:cubicBezTo>
                    <a:cubicBezTo>
                      <a:pt x="318389" y="1422400"/>
                      <a:pt x="0" y="1104011"/>
                      <a:pt x="0" y="711200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460500" cy="1460500"/>
              </a:xfrm>
              <a:custGeom>
                <a:avLst/>
                <a:gdLst/>
                <a:ahLst/>
                <a:cxnLst/>
                <a:rect r="r" b="b" t="t" l="l"/>
                <a:pathLst>
                  <a:path h="1460500" w="1460500">
                    <a:moveTo>
                      <a:pt x="0" y="730250"/>
                    </a:moveTo>
                    <a:cubicBezTo>
                      <a:pt x="0" y="326898"/>
                      <a:pt x="326898" y="0"/>
                      <a:pt x="730250" y="0"/>
                    </a:cubicBezTo>
                    <a:lnTo>
                      <a:pt x="730250" y="19050"/>
                    </a:lnTo>
                    <a:lnTo>
                      <a:pt x="730250" y="0"/>
                    </a:lnTo>
                    <a:cubicBezTo>
                      <a:pt x="1133602" y="0"/>
                      <a:pt x="1460500" y="326898"/>
                      <a:pt x="1460500" y="730250"/>
                    </a:cubicBezTo>
                    <a:lnTo>
                      <a:pt x="1441450" y="730250"/>
                    </a:lnTo>
                    <a:lnTo>
                      <a:pt x="1460500" y="730250"/>
                    </a:lnTo>
                    <a:cubicBezTo>
                      <a:pt x="1460500" y="1133602"/>
                      <a:pt x="1133602" y="1460500"/>
                      <a:pt x="730250" y="1460500"/>
                    </a:cubicBezTo>
                    <a:lnTo>
                      <a:pt x="730250" y="1441450"/>
                    </a:lnTo>
                    <a:lnTo>
                      <a:pt x="730250" y="1460500"/>
                    </a:lnTo>
                    <a:cubicBezTo>
                      <a:pt x="326898" y="1460500"/>
                      <a:pt x="0" y="1133602"/>
                      <a:pt x="0" y="730250"/>
                    </a:cubicBezTo>
                    <a:lnTo>
                      <a:pt x="19050" y="730250"/>
                    </a:lnTo>
                    <a:lnTo>
                      <a:pt x="38100" y="730250"/>
                    </a:lnTo>
                    <a:lnTo>
                      <a:pt x="19050" y="730250"/>
                    </a:lnTo>
                    <a:lnTo>
                      <a:pt x="0" y="730250"/>
                    </a:lnTo>
                    <a:moveTo>
                      <a:pt x="38100" y="730250"/>
                    </a:moveTo>
                    <a:cubicBezTo>
                      <a:pt x="38100" y="740791"/>
                      <a:pt x="29591" y="749300"/>
                      <a:pt x="19050" y="749300"/>
                    </a:cubicBezTo>
                    <a:cubicBezTo>
                      <a:pt x="8509" y="749300"/>
                      <a:pt x="0" y="740791"/>
                      <a:pt x="0" y="730250"/>
                    </a:cubicBezTo>
                    <a:cubicBezTo>
                      <a:pt x="0" y="719709"/>
                      <a:pt x="8509" y="711200"/>
                      <a:pt x="19050" y="711200"/>
                    </a:cubicBezTo>
                    <a:cubicBezTo>
                      <a:pt x="29591" y="711200"/>
                      <a:pt x="38100" y="719709"/>
                      <a:pt x="38100" y="730250"/>
                    </a:cubicBezTo>
                    <a:cubicBezTo>
                      <a:pt x="38100" y="1112520"/>
                      <a:pt x="347980" y="1422400"/>
                      <a:pt x="730250" y="1422400"/>
                    </a:cubicBezTo>
                    <a:cubicBezTo>
                      <a:pt x="1112520" y="1422400"/>
                      <a:pt x="1422400" y="1112520"/>
                      <a:pt x="1422400" y="730250"/>
                    </a:cubicBezTo>
                    <a:cubicBezTo>
                      <a:pt x="1422400" y="347980"/>
                      <a:pt x="1112520" y="38100"/>
                      <a:pt x="730250" y="38100"/>
                    </a:cubicBezTo>
                    <a:lnTo>
                      <a:pt x="730250" y="19050"/>
                    </a:lnTo>
                    <a:lnTo>
                      <a:pt x="730250" y="38100"/>
                    </a:lnTo>
                    <a:cubicBezTo>
                      <a:pt x="347980" y="38100"/>
                      <a:pt x="38100" y="347980"/>
                      <a:pt x="38100" y="730250"/>
                    </a:cubicBezTo>
                    <a:close/>
                  </a:path>
                </a:pathLst>
              </a:custGeom>
              <a:solidFill>
                <a:srgbClr val="E2DAF8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0"/>
                <a:ext cx="1460500" cy="1460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960"/>
                  </a:lnSpc>
                </a:pPr>
                <a:r>
                  <a:rPr lang="en-US" sz="3300" b="true">
                    <a:solidFill>
                      <a:srgbClr val="7C3AED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1</a:t>
                </a:r>
              </a:p>
            </p:txBody>
          </p:sp>
        </p:grpSp>
        <p:sp>
          <p:nvSpPr>
            <p:cNvPr name="TextBox 22" id="22"/>
            <p:cNvSpPr txBox="true"/>
            <p:nvPr/>
          </p:nvSpPr>
          <p:spPr>
            <a:xfrm rot="0">
              <a:off x="2432050" y="488950"/>
              <a:ext cx="6985000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Tiempo perdido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2432050" y="1460500"/>
              <a:ext cx="7647427" cy="1371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080"/>
                </a:lnSpc>
              </a:pPr>
              <a:r>
                <a:rPr lang="en-US" sz="34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Llamadas y WhatsApp interrumpen el trabajo diario</a:t>
              </a:r>
            </a:p>
          </p:txBody>
        </p:sp>
        <p:grpSp>
          <p:nvGrpSpPr>
            <p:cNvPr name="Group 24" id="24"/>
            <p:cNvGrpSpPr/>
            <p:nvPr/>
          </p:nvGrpSpPr>
          <p:grpSpPr>
            <a:xfrm rot="0">
              <a:off x="11430000" y="0"/>
              <a:ext cx="9944100" cy="3086100"/>
              <a:chOff x="0" y="0"/>
              <a:chExt cx="9944100" cy="30861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19050" y="19050"/>
                <a:ext cx="9906000" cy="3048000"/>
              </a:xfrm>
              <a:custGeom>
                <a:avLst/>
                <a:gdLst/>
                <a:ahLst/>
                <a:cxnLst/>
                <a:rect r="r" b="b" t="t" l="l"/>
                <a:pathLst>
                  <a:path h="3048000" w="9906000">
                    <a:moveTo>
                      <a:pt x="0" y="508000"/>
                    </a:moveTo>
                    <a:cubicBezTo>
                      <a:pt x="0" y="227457"/>
                      <a:pt x="229362" y="0"/>
                      <a:pt x="512445" y="0"/>
                    </a:cubicBezTo>
                    <a:lnTo>
                      <a:pt x="9393555" y="0"/>
                    </a:lnTo>
                    <a:cubicBezTo>
                      <a:pt x="9676512" y="0"/>
                      <a:pt x="9906000" y="227457"/>
                      <a:pt x="9906000" y="508000"/>
                    </a:cubicBezTo>
                    <a:lnTo>
                      <a:pt x="9906000" y="2540000"/>
                    </a:lnTo>
                    <a:cubicBezTo>
                      <a:pt x="9906000" y="2820543"/>
                      <a:pt x="9676638" y="3048000"/>
                      <a:pt x="9393555" y="3048000"/>
                    </a:cubicBezTo>
                    <a:lnTo>
                      <a:pt x="512445" y="3048000"/>
                    </a:lnTo>
                    <a:cubicBezTo>
                      <a:pt x="229489" y="3048000"/>
                      <a:pt x="0" y="2820543"/>
                      <a:pt x="0" y="254000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9944100" cy="3086100"/>
              </a:xfrm>
              <a:custGeom>
                <a:avLst/>
                <a:gdLst/>
                <a:ahLst/>
                <a:cxnLst/>
                <a:rect r="r" b="b" t="t" l="l"/>
                <a:pathLst>
                  <a:path h="3086100" w="9944100">
                    <a:moveTo>
                      <a:pt x="0" y="527050"/>
                    </a:moveTo>
                    <a:cubicBezTo>
                      <a:pt x="0" y="235839"/>
                      <a:pt x="238125" y="0"/>
                      <a:pt x="531495" y="0"/>
                    </a:cubicBezTo>
                    <a:lnTo>
                      <a:pt x="9412605" y="0"/>
                    </a:lnTo>
                    <a:lnTo>
                      <a:pt x="9412605" y="19050"/>
                    </a:lnTo>
                    <a:lnTo>
                      <a:pt x="9412605" y="0"/>
                    </a:lnTo>
                    <a:cubicBezTo>
                      <a:pt x="9705975" y="0"/>
                      <a:pt x="9944100" y="235839"/>
                      <a:pt x="9944100" y="527050"/>
                    </a:cubicBezTo>
                    <a:lnTo>
                      <a:pt x="9925050" y="527050"/>
                    </a:lnTo>
                    <a:lnTo>
                      <a:pt x="9944100" y="527050"/>
                    </a:lnTo>
                    <a:lnTo>
                      <a:pt x="9944100" y="2559050"/>
                    </a:lnTo>
                    <a:lnTo>
                      <a:pt x="9925050" y="2559050"/>
                    </a:lnTo>
                    <a:lnTo>
                      <a:pt x="9944100" y="2559050"/>
                    </a:lnTo>
                    <a:cubicBezTo>
                      <a:pt x="9944100" y="2850261"/>
                      <a:pt x="9705975" y="3086100"/>
                      <a:pt x="9412605" y="3086100"/>
                    </a:cubicBezTo>
                    <a:lnTo>
                      <a:pt x="9412605" y="3067050"/>
                    </a:lnTo>
                    <a:lnTo>
                      <a:pt x="9412605" y="3086100"/>
                    </a:lnTo>
                    <a:lnTo>
                      <a:pt x="531495" y="3086100"/>
                    </a:lnTo>
                    <a:lnTo>
                      <a:pt x="531495" y="3067050"/>
                    </a:lnTo>
                    <a:lnTo>
                      <a:pt x="531495" y="3086100"/>
                    </a:lnTo>
                    <a:cubicBezTo>
                      <a:pt x="238125" y="3086100"/>
                      <a:pt x="0" y="2850261"/>
                      <a:pt x="0" y="2559050"/>
                    </a:cubicBezTo>
                    <a:lnTo>
                      <a:pt x="0" y="527050"/>
                    </a:lnTo>
                    <a:lnTo>
                      <a:pt x="19050" y="527050"/>
                    </a:lnTo>
                    <a:lnTo>
                      <a:pt x="0" y="527050"/>
                    </a:lnTo>
                    <a:moveTo>
                      <a:pt x="38100" y="527050"/>
                    </a:moveTo>
                    <a:lnTo>
                      <a:pt x="38100" y="2559050"/>
                    </a:lnTo>
                    <a:lnTo>
                      <a:pt x="19050" y="2559050"/>
                    </a:lnTo>
                    <a:lnTo>
                      <a:pt x="38100" y="2559050"/>
                    </a:lnTo>
                    <a:cubicBezTo>
                      <a:pt x="38100" y="2828925"/>
                      <a:pt x="258826" y="3048000"/>
                      <a:pt x="531495" y="3048000"/>
                    </a:cubicBezTo>
                    <a:lnTo>
                      <a:pt x="9412605" y="3048000"/>
                    </a:lnTo>
                    <a:cubicBezTo>
                      <a:pt x="9685274" y="3048000"/>
                      <a:pt x="9906000" y="2828925"/>
                      <a:pt x="9906000" y="2559050"/>
                    </a:cubicBezTo>
                    <a:lnTo>
                      <a:pt x="9906000" y="527050"/>
                    </a:lnTo>
                    <a:cubicBezTo>
                      <a:pt x="9906000" y="257175"/>
                      <a:pt x="9685274" y="38100"/>
                      <a:pt x="9412605" y="38100"/>
                    </a:cubicBezTo>
                    <a:lnTo>
                      <a:pt x="531495" y="38100"/>
                    </a:lnTo>
                    <a:lnTo>
                      <a:pt x="531495" y="19050"/>
                    </a:lnTo>
                    <a:lnTo>
                      <a:pt x="531495" y="38100"/>
                    </a:lnTo>
                    <a:cubicBezTo>
                      <a:pt x="258826" y="38100"/>
                      <a:pt x="38100" y="257175"/>
                      <a:pt x="38100" y="527050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27" id="27"/>
            <p:cNvGrpSpPr/>
            <p:nvPr/>
          </p:nvGrpSpPr>
          <p:grpSpPr>
            <a:xfrm rot="0">
              <a:off x="11938000" y="685800"/>
              <a:ext cx="1460500" cy="1460500"/>
              <a:chOff x="0" y="0"/>
              <a:chExt cx="1460500" cy="146050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19050" y="19050"/>
                <a:ext cx="1422400" cy="1422400"/>
              </a:xfrm>
              <a:custGeom>
                <a:avLst/>
                <a:gdLst/>
                <a:ahLst/>
                <a:cxnLst/>
                <a:rect r="r" b="b" t="t" l="l"/>
                <a:pathLst>
                  <a:path h="1422400" w="1422400">
                    <a:moveTo>
                      <a:pt x="0" y="711200"/>
                    </a:moveTo>
                    <a:cubicBezTo>
                      <a:pt x="0" y="318389"/>
                      <a:pt x="318389" y="0"/>
                      <a:pt x="711200" y="0"/>
                    </a:cubicBezTo>
                    <a:cubicBezTo>
                      <a:pt x="1104011" y="0"/>
                      <a:pt x="1422400" y="318389"/>
                      <a:pt x="1422400" y="711200"/>
                    </a:cubicBezTo>
                    <a:cubicBezTo>
                      <a:pt x="1422400" y="1104011"/>
                      <a:pt x="1104011" y="1422400"/>
                      <a:pt x="711200" y="1422400"/>
                    </a:cubicBezTo>
                    <a:cubicBezTo>
                      <a:pt x="318389" y="1422400"/>
                      <a:pt x="0" y="1104011"/>
                      <a:pt x="0" y="711200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460500" cy="1460500"/>
              </a:xfrm>
              <a:custGeom>
                <a:avLst/>
                <a:gdLst/>
                <a:ahLst/>
                <a:cxnLst/>
                <a:rect r="r" b="b" t="t" l="l"/>
                <a:pathLst>
                  <a:path h="1460500" w="1460500">
                    <a:moveTo>
                      <a:pt x="0" y="730250"/>
                    </a:moveTo>
                    <a:cubicBezTo>
                      <a:pt x="0" y="326898"/>
                      <a:pt x="326898" y="0"/>
                      <a:pt x="730250" y="0"/>
                    </a:cubicBezTo>
                    <a:lnTo>
                      <a:pt x="730250" y="19050"/>
                    </a:lnTo>
                    <a:lnTo>
                      <a:pt x="730250" y="0"/>
                    </a:lnTo>
                    <a:cubicBezTo>
                      <a:pt x="1133602" y="0"/>
                      <a:pt x="1460500" y="326898"/>
                      <a:pt x="1460500" y="730250"/>
                    </a:cubicBezTo>
                    <a:lnTo>
                      <a:pt x="1441450" y="730250"/>
                    </a:lnTo>
                    <a:lnTo>
                      <a:pt x="1460500" y="730250"/>
                    </a:lnTo>
                    <a:cubicBezTo>
                      <a:pt x="1460500" y="1133602"/>
                      <a:pt x="1133602" y="1460500"/>
                      <a:pt x="730250" y="1460500"/>
                    </a:cubicBezTo>
                    <a:lnTo>
                      <a:pt x="730250" y="1441450"/>
                    </a:lnTo>
                    <a:lnTo>
                      <a:pt x="730250" y="1460500"/>
                    </a:lnTo>
                    <a:cubicBezTo>
                      <a:pt x="326898" y="1460500"/>
                      <a:pt x="0" y="1133602"/>
                      <a:pt x="0" y="730250"/>
                    </a:cubicBezTo>
                    <a:lnTo>
                      <a:pt x="19050" y="730250"/>
                    </a:lnTo>
                    <a:lnTo>
                      <a:pt x="38100" y="730250"/>
                    </a:lnTo>
                    <a:lnTo>
                      <a:pt x="19050" y="730250"/>
                    </a:lnTo>
                    <a:lnTo>
                      <a:pt x="0" y="730250"/>
                    </a:lnTo>
                    <a:moveTo>
                      <a:pt x="38100" y="730250"/>
                    </a:moveTo>
                    <a:cubicBezTo>
                      <a:pt x="38100" y="740791"/>
                      <a:pt x="29591" y="749300"/>
                      <a:pt x="19050" y="749300"/>
                    </a:cubicBezTo>
                    <a:cubicBezTo>
                      <a:pt x="8509" y="749300"/>
                      <a:pt x="0" y="740791"/>
                      <a:pt x="0" y="730250"/>
                    </a:cubicBezTo>
                    <a:cubicBezTo>
                      <a:pt x="0" y="719709"/>
                      <a:pt x="8509" y="711200"/>
                      <a:pt x="19050" y="711200"/>
                    </a:cubicBezTo>
                    <a:cubicBezTo>
                      <a:pt x="29591" y="711200"/>
                      <a:pt x="38100" y="719709"/>
                      <a:pt x="38100" y="730250"/>
                    </a:cubicBezTo>
                    <a:cubicBezTo>
                      <a:pt x="38100" y="1112520"/>
                      <a:pt x="347980" y="1422400"/>
                      <a:pt x="730250" y="1422400"/>
                    </a:cubicBezTo>
                    <a:cubicBezTo>
                      <a:pt x="1112520" y="1422400"/>
                      <a:pt x="1422400" y="1112520"/>
                      <a:pt x="1422400" y="730250"/>
                    </a:cubicBezTo>
                    <a:cubicBezTo>
                      <a:pt x="1422400" y="347980"/>
                      <a:pt x="1112520" y="38100"/>
                      <a:pt x="730250" y="38100"/>
                    </a:cubicBezTo>
                    <a:lnTo>
                      <a:pt x="730250" y="19050"/>
                    </a:lnTo>
                    <a:lnTo>
                      <a:pt x="730250" y="38100"/>
                    </a:lnTo>
                    <a:cubicBezTo>
                      <a:pt x="347980" y="38100"/>
                      <a:pt x="38100" y="347980"/>
                      <a:pt x="38100" y="730250"/>
                    </a:cubicBezTo>
                    <a:close/>
                  </a:path>
                </a:pathLst>
              </a:custGeom>
              <a:solidFill>
                <a:srgbClr val="E2DAF8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0"/>
                <a:ext cx="1460500" cy="1460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960"/>
                  </a:lnSpc>
                </a:pPr>
                <a:r>
                  <a:rPr lang="en-US" sz="3300" b="true">
                    <a:solidFill>
                      <a:srgbClr val="10B981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2</a:t>
                </a: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13868400" y="488950"/>
              <a:ext cx="6985000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Historial disperso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13862050" y="1460500"/>
              <a:ext cx="9745048" cy="1371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Notas técnicas, alergias...</a:t>
              </a:r>
            </a:p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no quedan centralizadas</a:t>
              </a:r>
            </a:p>
          </p:txBody>
        </p:sp>
        <p:grpSp>
          <p:nvGrpSpPr>
            <p:cNvPr name="Group 33" id="33"/>
            <p:cNvGrpSpPr/>
            <p:nvPr/>
          </p:nvGrpSpPr>
          <p:grpSpPr>
            <a:xfrm rot="0">
              <a:off x="0" y="3810000"/>
              <a:ext cx="9944100" cy="3086100"/>
              <a:chOff x="0" y="0"/>
              <a:chExt cx="9944100" cy="308610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19050" y="19050"/>
                <a:ext cx="9906000" cy="3048000"/>
              </a:xfrm>
              <a:custGeom>
                <a:avLst/>
                <a:gdLst/>
                <a:ahLst/>
                <a:cxnLst/>
                <a:rect r="r" b="b" t="t" l="l"/>
                <a:pathLst>
                  <a:path h="3048000" w="9906000">
                    <a:moveTo>
                      <a:pt x="0" y="508000"/>
                    </a:moveTo>
                    <a:cubicBezTo>
                      <a:pt x="0" y="227457"/>
                      <a:pt x="229362" y="0"/>
                      <a:pt x="512445" y="0"/>
                    </a:cubicBezTo>
                    <a:lnTo>
                      <a:pt x="9393555" y="0"/>
                    </a:lnTo>
                    <a:cubicBezTo>
                      <a:pt x="9676512" y="0"/>
                      <a:pt x="9906000" y="227457"/>
                      <a:pt x="9906000" y="508000"/>
                    </a:cubicBezTo>
                    <a:lnTo>
                      <a:pt x="9906000" y="2540000"/>
                    </a:lnTo>
                    <a:cubicBezTo>
                      <a:pt x="9906000" y="2820543"/>
                      <a:pt x="9676638" y="3048000"/>
                      <a:pt x="9393555" y="3048000"/>
                    </a:cubicBezTo>
                    <a:lnTo>
                      <a:pt x="512445" y="3048000"/>
                    </a:lnTo>
                    <a:cubicBezTo>
                      <a:pt x="229489" y="3048000"/>
                      <a:pt x="0" y="2820543"/>
                      <a:pt x="0" y="254000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9944100" cy="3086100"/>
              </a:xfrm>
              <a:custGeom>
                <a:avLst/>
                <a:gdLst/>
                <a:ahLst/>
                <a:cxnLst/>
                <a:rect r="r" b="b" t="t" l="l"/>
                <a:pathLst>
                  <a:path h="3086100" w="9944100">
                    <a:moveTo>
                      <a:pt x="0" y="527050"/>
                    </a:moveTo>
                    <a:cubicBezTo>
                      <a:pt x="0" y="235839"/>
                      <a:pt x="238125" y="0"/>
                      <a:pt x="531495" y="0"/>
                    </a:cubicBezTo>
                    <a:lnTo>
                      <a:pt x="9412605" y="0"/>
                    </a:lnTo>
                    <a:lnTo>
                      <a:pt x="9412605" y="19050"/>
                    </a:lnTo>
                    <a:lnTo>
                      <a:pt x="9412605" y="0"/>
                    </a:lnTo>
                    <a:cubicBezTo>
                      <a:pt x="9705975" y="0"/>
                      <a:pt x="9944100" y="235839"/>
                      <a:pt x="9944100" y="527050"/>
                    </a:cubicBezTo>
                    <a:lnTo>
                      <a:pt x="9925050" y="527050"/>
                    </a:lnTo>
                    <a:lnTo>
                      <a:pt x="9944100" y="527050"/>
                    </a:lnTo>
                    <a:lnTo>
                      <a:pt x="9944100" y="2559050"/>
                    </a:lnTo>
                    <a:lnTo>
                      <a:pt x="9925050" y="2559050"/>
                    </a:lnTo>
                    <a:lnTo>
                      <a:pt x="9944100" y="2559050"/>
                    </a:lnTo>
                    <a:cubicBezTo>
                      <a:pt x="9944100" y="2850261"/>
                      <a:pt x="9705975" y="3086100"/>
                      <a:pt x="9412605" y="3086100"/>
                    </a:cubicBezTo>
                    <a:lnTo>
                      <a:pt x="9412605" y="3067050"/>
                    </a:lnTo>
                    <a:lnTo>
                      <a:pt x="9412605" y="3086100"/>
                    </a:lnTo>
                    <a:lnTo>
                      <a:pt x="531495" y="3086100"/>
                    </a:lnTo>
                    <a:lnTo>
                      <a:pt x="531495" y="3067050"/>
                    </a:lnTo>
                    <a:lnTo>
                      <a:pt x="531495" y="3086100"/>
                    </a:lnTo>
                    <a:cubicBezTo>
                      <a:pt x="238125" y="3086100"/>
                      <a:pt x="0" y="2850261"/>
                      <a:pt x="0" y="2559050"/>
                    </a:cubicBezTo>
                    <a:lnTo>
                      <a:pt x="0" y="527050"/>
                    </a:lnTo>
                    <a:lnTo>
                      <a:pt x="19050" y="527050"/>
                    </a:lnTo>
                    <a:lnTo>
                      <a:pt x="0" y="527050"/>
                    </a:lnTo>
                    <a:moveTo>
                      <a:pt x="38100" y="527050"/>
                    </a:moveTo>
                    <a:lnTo>
                      <a:pt x="38100" y="2559050"/>
                    </a:lnTo>
                    <a:lnTo>
                      <a:pt x="19050" y="2559050"/>
                    </a:lnTo>
                    <a:lnTo>
                      <a:pt x="38100" y="2559050"/>
                    </a:lnTo>
                    <a:cubicBezTo>
                      <a:pt x="38100" y="2828925"/>
                      <a:pt x="258826" y="3048000"/>
                      <a:pt x="531495" y="3048000"/>
                    </a:cubicBezTo>
                    <a:lnTo>
                      <a:pt x="9412605" y="3048000"/>
                    </a:lnTo>
                    <a:cubicBezTo>
                      <a:pt x="9685274" y="3048000"/>
                      <a:pt x="9906000" y="2828925"/>
                      <a:pt x="9906000" y="2559050"/>
                    </a:cubicBezTo>
                    <a:lnTo>
                      <a:pt x="9906000" y="527050"/>
                    </a:lnTo>
                    <a:cubicBezTo>
                      <a:pt x="9906000" y="257175"/>
                      <a:pt x="9685274" y="38100"/>
                      <a:pt x="9412605" y="38100"/>
                    </a:cubicBezTo>
                    <a:lnTo>
                      <a:pt x="531495" y="38100"/>
                    </a:lnTo>
                    <a:lnTo>
                      <a:pt x="531495" y="19050"/>
                    </a:lnTo>
                    <a:lnTo>
                      <a:pt x="531495" y="38100"/>
                    </a:lnTo>
                    <a:cubicBezTo>
                      <a:pt x="258826" y="38100"/>
                      <a:pt x="38100" y="257175"/>
                      <a:pt x="38100" y="527050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36" id="36"/>
            <p:cNvGrpSpPr/>
            <p:nvPr/>
          </p:nvGrpSpPr>
          <p:grpSpPr>
            <a:xfrm rot="0">
              <a:off x="508000" y="4495800"/>
              <a:ext cx="1460500" cy="1460500"/>
              <a:chOff x="0" y="0"/>
              <a:chExt cx="1460500" cy="1460500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19050" y="19050"/>
                <a:ext cx="1422400" cy="1422400"/>
              </a:xfrm>
              <a:custGeom>
                <a:avLst/>
                <a:gdLst/>
                <a:ahLst/>
                <a:cxnLst/>
                <a:rect r="r" b="b" t="t" l="l"/>
                <a:pathLst>
                  <a:path h="1422400" w="1422400">
                    <a:moveTo>
                      <a:pt x="0" y="711200"/>
                    </a:moveTo>
                    <a:cubicBezTo>
                      <a:pt x="0" y="318389"/>
                      <a:pt x="318389" y="0"/>
                      <a:pt x="711200" y="0"/>
                    </a:cubicBezTo>
                    <a:cubicBezTo>
                      <a:pt x="1104011" y="0"/>
                      <a:pt x="1422400" y="318389"/>
                      <a:pt x="1422400" y="711200"/>
                    </a:cubicBezTo>
                    <a:cubicBezTo>
                      <a:pt x="1422400" y="1104011"/>
                      <a:pt x="1104011" y="1422400"/>
                      <a:pt x="711200" y="1422400"/>
                    </a:cubicBezTo>
                    <a:cubicBezTo>
                      <a:pt x="318389" y="1422400"/>
                      <a:pt x="0" y="1104011"/>
                      <a:pt x="0" y="711200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1460500" cy="1460500"/>
              </a:xfrm>
              <a:custGeom>
                <a:avLst/>
                <a:gdLst/>
                <a:ahLst/>
                <a:cxnLst/>
                <a:rect r="r" b="b" t="t" l="l"/>
                <a:pathLst>
                  <a:path h="1460500" w="1460500">
                    <a:moveTo>
                      <a:pt x="0" y="730250"/>
                    </a:moveTo>
                    <a:cubicBezTo>
                      <a:pt x="0" y="326898"/>
                      <a:pt x="326898" y="0"/>
                      <a:pt x="730250" y="0"/>
                    </a:cubicBezTo>
                    <a:lnTo>
                      <a:pt x="730250" y="19050"/>
                    </a:lnTo>
                    <a:lnTo>
                      <a:pt x="730250" y="0"/>
                    </a:lnTo>
                    <a:cubicBezTo>
                      <a:pt x="1133602" y="0"/>
                      <a:pt x="1460500" y="326898"/>
                      <a:pt x="1460500" y="730250"/>
                    </a:cubicBezTo>
                    <a:lnTo>
                      <a:pt x="1441450" y="730250"/>
                    </a:lnTo>
                    <a:lnTo>
                      <a:pt x="1460500" y="730250"/>
                    </a:lnTo>
                    <a:cubicBezTo>
                      <a:pt x="1460500" y="1133602"/>
                      <a:pt x="1133602" y="1460500"/>
                      <a:pt x="730250" y="1460500"/>
                    </a:cubicBezTo>
                    <a:lnTo>
                      <a:pt x="730250" y="1441450"/>
                    </a:lnTo>
                    <a:lnTo>
                      <a:pt x="730250" y="1460500"/>
                    </a:lnTo>
                    <a:cubicBezTo>
                      <a:pt x="326898" y="1460500"/>
                      <a:pt x="0" y="1133602"/>
                      <a:pt x="0" y="730250"/>
                    </a:cubicBezTo>
                    <a:lnTo>
                      <a:pt x="19050" y="730250"/>
                    </a:lnTo>
                    <a:lnTo>
                      <a:pt x="38100" y="730250"/>
                    </a:lnTo>
                    <a:lnTo>
                      <a:pt x="19050" y="730250"/>
                    </a:lnTo>
                    <a:lnTo>
                      <a:pt x="0" y="730250"/>
                    </a:lnTo>
                    <a:moveTo>
                      <a:pt x="38100" y="730250"/>
                    </a:moveTo>
                    <a:cubicBezTo>
                      <a:pt x="38100" y="740791"/>
                      <a:pt x="29591" y="749300"/>
                      <a:pt x="19050" y="749300"/>
                    </a:cubicBezTo>
                    <a:cubicBezTo>
                      <a:pt x="8509" y="749300"/>
                      <a:pt x="0" y="740791"/>
                      <a:pt x="0" y="730250"/>
                    </a:cubicBezTo>
                    <a:cubicBezTo>
                      <a:pt x="0" y="719709"/>
                      <a:pt x="8509" y="711200"/>
                      <a:pt x="19050" y="711200"/>
                    </a:cubicBezTo>
                    <a:cubicBezTo>
                      <a:pt x="29591" y="711200"/>
                      <a:pt x="38100" y="719709"/>
                      <a:pt x="38100" y="730250"/>
                    </a:cubicBezTo>
                    <a:cubicBezTo>
                      <a:pt x="38100" y="1112520"/>
                      <a:pt x="347980" y="1422400"/>
                      <a:pt x="730250" y="1422400"/>
                    </a:cubicBezTo>
                    <a:cubicBezTo>
                      <a:pt x="1112520" y="1422400"/>
                      <a:pt x="1422400" y="1112520"/>
                      <a:pt x="1422400" y="730250"/>
                    </a:cubicBezTo>
                    <a:cubicBezTo>
                      <a:pt x="1422400" y="347980"/>
                      <a:pt x="1112520" y="38100"/>
                      <a:pt x="730250" y="38100"/>
                    </a:cubicBezTo>
                    <a:lnTo>
                      <a:pt x="730250" y="19050"/>
                    </a:lnTo>
                    <a:lnTo>
                      <a:pt x="730250" y="38100"/>
                    </a:lnTo>
                    <a:cubicBezTo>
                      <a:pt x="347980" y="38100"/>
                      <a:pt x="38100" y="347980"/>
                      <a:pt x="38100" y="730250"/>
                    </a:cubicBezTo>
                    <a:close/>
                  </a:path>
                </a:pathLst>
              </a:custGeom>
              <a:solidFill>
                <a:srgbClr val="E2DAF8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0" y="0"/>
                <a:ext cx="1460500" cy="1460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960"/>
                  </a:lnSpc>
                </a:pPr>
                <a:r>
                  <a:rPr lang="en-US" sz="3300" b="true">
                    <a:solidFill>
                      <a:srgbClr val="7C3AED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3</a:t>
                </a:r>
              </a:p>
            </p:txBody>
          </p:sp>
        </p:grpSp>
        <p:sp>
          <p:nvSpPr>
            <p:cNvPr name="TextBox 40" id="40"/>
            <p:cNvSpPr txBox="true"/>
            <p:nvPr/>
          </p:nvSpPr>
          <p:spPr>
            <a:xfrm rot="0">
              <a:off x="2432050" y="4299522"/>
              <a:ext cx="6985000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Errores humanos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2432050" y="5270500"/>
              <a:ext cx="7512050" cy="1371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S</a:t>
              </a:r>
              <a:r>
                <a:rPr lang="en-US" sz="3399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olapamientos, huecos libres causan pérdida de control.</a:t>
              </a:r>
            </a:p>
          </p:txBody>
        </p:sp>
        <p:grpSp>
          <p:nvGrpSpPr>
            <p:cNvPr name="Group 42" id="42"/>
            <p:cNvGrpSpPr/>
            <p:nvPr/>
          </p:nvGrpSpPr>
          <p:grpSpPr>
            <a:xfrm rot="0">
              <a:off x="11430000" y="3810000"/>
              <a:ext cx="9944100" cy="3086100"/>
              <a:chOff x="0" y="0"/>
              <a:chExt cx="9944100" cy="30861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19050" y="19050"/>
                <a:ext cx="9906000" cy="3048000"/>
              </a:xfrm>
              <a:custGeom>
                <a:avLst/>
                <a:gdLst/>
                <a:ahLst/>
                <a:cxnLst/>
                <a:rect r="r" b="b" t="t" l="l"/>
                <a:pathLst>
                  <a:path h="3048000" w="9906000">
                    <a:moveTo>
                      <a:pt x="0" y="508000"/>
                    </a:moveTo>
                    <a:cubicBezTo>
                      <a:pt x="0" y="227457"/>
                      <a:pt x="229362" y="0"/>
                      <a:pt x="512445" y="0"/>
                    </a:cubicBezTo>
                    <a:lnTo>
                      <a:pt x="9393555" y="0"/>
                    </a:lnTo>
                    <a:cubicBezTo>
                      <a:pt x="9676512" y="0"/>
                      <a:pt x="9906000" y="227457"/>
                      <a:pt x="9906000" y="508000"/>
                    </a:cubicBezTo>
                    <a:lnTo>
                      <a:pt x="9906000" y="2540000"/>
                    </a:lnTo>
                    <a:cubicBezTo>
                      <a:pt x="9906000" y="2820543"/>
                      <a:pt x="9676638" y="3048000"/>
                      <a:pt x="9393555" y="3048000"/>
                    </a:cubicBezTo>
                    <a:lnTo>
                      <a:pt x="512445" y="3048000"/>
                    </a:lnTo>
                    <a:cubicBezTo>
                      <a:pt x="229489" y="3048000"/>
                      <a:pt x="0" y="2820543"/>
                      <a:pt x="0" y="254000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9944100" cy="3086100"/>
              </a:xfrm>
              <a:custGeom>
                <a:avLst/>
                <a:gdLst/>
                <a:ahLst/>
                <a:cxnLst/>
                <a:rect r="r" b="b" t="t" l="l"/>
                <a:pathLst>
                  <a:path h="3086100" w="9944100">
                    <a:moveTo>
                      <a:pt x="0" y="527050"/>
                    </a:moveTo>
                    <a:cubicBezTo>
                      <a:pt x="0" y="235839"/>
                      <a:pt x="238125" y="0"/>
                      <a:pt x="531495" y="0"/>
                    </a:cubicBezTo>
                    <a:lnTo>
                      <a:pt x="9412605" y="0"/>
                    </a:lnTo>
                    <a:lnTo>
                      <a:pt x="9412605" y="19050"/>
                    </a:lnTo>
                    <a:lnTo>
                      <a:pt x="9412605" y="0"/>
                    </a:lnTo>
                    <a:cubicBezTo>
                      <a:pt x="9705975" y="0"/>
                      <a:pt x="9944100" y="235839"/>
                      <a:pt x="9944100" y="527050"/>
                    </a:cubicBezTo>
                    <a:lnTo>
                      <a:pt x="9925050" y="527050"/>
                    </a:lnTo>
                    <a:lnTo>
                      <a:pt x="9944100" y="527050"/>
                    </a:lnTo>
                    <a:lnTo>
                      <a:pt x="9944100" y="2559050"/>
                    </a:lnTo>
                    <a:lnTo>
                      <a:pt x="9925050" y="2559050"/>
                    </a:lnTo>
                    <a:lnTo>
                      <a:pt x="9944100" y="2559050"/>
                    </a:lnTo>
                    <a:cubicBezTo>
                      <a:pt x="9944100" y="2850261"/>
                      <a:pt x="9705975" y="3086100"/>
                      <a:pt x="9412605" y="3086100"/>
                    </a:cubicBezTo>
                    <a:lnTo>
                      <a:pt x="9412605" y="3067050"/>
                    </a:lnTo>
                    <a:lnTo>
                      <a:pt x="9412605" y="3086100"/>
                    </a:lnTo>
                    <a:lnTo>
                      <a:pt x="531495" y="3086100"/>
                    </a:lnTo>
                    <a:lnTo>
                      <a:pt x="531495" y="3067050"/>
                    </a:lnTo>
                    <a:lnTo>
                      <a:pt x="531495" y="3086100"/>
                    </a:lnTo>
                    <a:cubicBezTo>
                      <a:pt x="238125" y="3086100"/>
                      <a:pt x="0" y="2850261"/>
                      <a:pt x="0" y="2559050"/>
                    </a:cubicBezTo>
                    <a:lnTo>
                      <a:pt x="0" y="527050"/>
                    </a:lnTo>
                    <a:lnTo>
                      <a:pt x="19050" y="527050"/>
                    </a:lnTo>
                    <a:lnTo>
                      <a:pt x="0" y="527050"/>
                    </a:lnTo>
                    <a:moveTo>
                      <a:pt x="38100" y="527050"/>
                    </a:moveTo>
                    <a:lnTo>
                      <a:pt x="38100" y="2559050"/>
                    </a:lnTo>
                    <a:lnTo>
                      <a:pt x="19050" y="2559050"/>
                    </a:lnTo>
                    <a:lnTo>
                      <a:pt x="38100" y="2559050"/>
                    </a:lnTo>
                    <a:cubicBezTo>
                      <a:pt x="38100" y="2828925"/>
                      <a:pt x="258826" y="3048000"/>
                      <a:pt x="531495" y="3048000"/>
                    </a:cubicBezTo>
                    <a:lnTo>
                      <a:pt x="9412605" y="3048000"/>
                    </a:lnTo>
                    <a:cubicBezTo>
                      <a:pt x="9685274" y="3048000"/>
                      <a:pt x="9906000" y="2828925"/>
                      <a:pt x="9906000" y="2559050"/>
                    </a:cubicBezTo>
                    <a:lnTo>
                      <a:pt x="9906000" y="527050"/>
                    </a:lnTo>
                    <a:cubicBezTo>
                      <a:pt x="9906000" y="257175"/>
                      <a:pt x="9685274" y="38100"/>
                      <a:pt x="9412605" y="38100"/>
                    </a:cubicBezTo>
                    <a:lnTo>
                      <a:pt x="531495" y="38100"/>
                    </a:lnTo>
                    <a:lnTo>
                      <a:pt x="531495" y="19050"/>
                    </a:lnTo>
                    <a:lnTo>
                      <a:pt x="531495" y="38100"/>
                    </a:lnTo>
                    <a:cubicBezTo>
                      <a:pt x="258826" y="38100"/>
                      <a:pt x="38100" y="257175"/>
                      <a:pt x="38100" y="527050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45" id="45"/>
            <p:cNvGrpSpPr/>
            <p:nvPr/>
          </p:nvGrpSpPr>
          <p:grpSpPr>
            <a:xfrm rot="0">
              <a:off x="11938000" y="4495800"/>
              <a:ext cx="1460500" cy="1460500"/>
              <a:chOff x="0" y="0"/>
              <a:chExt cx="1460500" cy="146050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19050" y="19050"/>
                <a:ext cx="1422400" cy="1422400"/>
              </a:xfrm>
              <a:custGeom>
                <a:avLst/>
                <a:gdLst/>
                <a:ahLst/>
                <a:cxnLst/>
                <a:rect r="r" b="b" t="t" l="l"/>
                <a:pathLst>
                  <a:path h="1422400" w="1422400">
                    <a:moveTo>
                      <a:pt x="0" y="711200"/>
                    </a:moveTo>
                    <a:cubicBezTo>
                      <a:pt x="0" y="318389"/>
                      <a:pt x="318389" y="0"/>
                      <a:pt x="711200" y="0"/>
                    </a:cubicBezTo>
                    <a:cubicBezTo>
                      <a:pt x="1104011" y="0"/>
                      <a:pt x="1422400" y="318389"/>
                      <a:pt x="1422400" y="711200"/>
                    </a:cubicBezTo>
                    <a:cubicBezTo>
                      <a:pt x="1422400" y="1104011"/>
                      <a:pt x="1104011" y="1422400"/>
                      <a:pt x="711200" y="1422400"/>
                    </a:cubicBezTo>
                    <a:cubicBezTo>
                      <a:pt x="318389" y="1422400"/>
                      <a:pt x="0" y="1104011"/>
                      <a:pt x="0" y="711200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Freeform 47" id="47"/>
              <p:cNvSpPr/>
              <p:nvPr/>
            </p:nvSpPr>
            <p:spPr>
              <a:xfrm flipH="false" flipV="false" rot="0">
                <a:off x="0" y="0"/>
                <a:ext cx="1460500" cy="1460500"/>
              </a:xfrm>
              <a:custGeom>
                <a:avLst/>
                <a:gdLst/>
                <a:ahLst/>
                <a:cxnLst/>
                <a:rect r="r" b="b" t="t" l="l"/>
                <a:pathLst>
                  <a:path h="1460500" w="1460500">
                    <a:moveTo>
                      <a:pt x="0" y="730250"/>
                    </a:moveTo>
                    <a:cubicBezTo>
                      <a:pt x="0" y="326898"/>
                      <a:pt x="326898" y="0"/>
                      <a:pt x="730250" y="0"/>
                    </a:cubicBezTo>
                    <a:lnTo>
                      <a:pt x="730250" y="19050"/>
                    </a:lnTo>
                    <a:lnTo>
                      <a:pt x="730250" y="0"/>
                    </a:lnTo>
                    <a:cubicBezTo>
                      <a:pt x="1133602" y="0"/>
                      <a:pt x="1460500" y="326898"/>
                      <a:pt x="1460500" y="730250"/>
                    </a:cubicBezTo>
                    <a:lnTo>
                      <a:pt x="1441450" y="730250"/>
                    </a:lnTo>
                    <a:lnTo>
                      <a:pt x="1460500" y="730250"/>
                    </a:lnTo>
                    <a:cubicBezTo>
                      <a:pt x="1460500" y="1133602"/>
                      <a:pt x="1133602" y="1460500"/>
                      <a:pt x="730250" y="1460500"/>
                    </a:cubicBezTo>
                    <a:lnTo>
                      <a:pt x="730250" y="1441450"/>
                    </a:lnTo>
                    <a:lnTo>
                      <a:pt x="730250" y="1460500"/>
                    </a:lnTo>
                    <a:cubicBezTo>
                      <a:pt x="326898" y="1460500"/>
                      <a:pt x="0" y="1133602"/>
                      <a:pt x="0" y="730250"/>
                    </a:cubicBezTo>
                    <a:lnTo>
                      <a:pt x="19050" y="730250"/>
                    </a:lnTo>
                    <a:lnTo>
                      <a:pt x="38100" y="730250"/>
                    </a:lnTo>
                    <a:lnTo>
                      <a:pt x="19050" y="730250"/>
                    </a:lnTo>
                    <a:lnTo>
                      <a:pt x="0" y="730250"/>
                    </a:lnTo>
                    <a:moveTo>
                      <a:pt x="38100" y="730250"/>
                    </a:moveTo>
                    <a:cubicBezTo>
                      <a:pt x="38100" y="740791"/>
                      <a:pt x="29591" y="749300"/>
                      <a:pt x="19050" y="749300"/>
                    </a:cubicBezTo>
                    <a:cubicBezTo>
                      <a:pt x="8509" y="749300"/>
                      <a:pt x="0" y="740791"/>
                      <a:pt x="0" y="730250"/>
                    </a:cubicBezTo>
                    <a:cubicBezTo>
                      <a:pt x="0" y="719709"/>
                      <a:pt x="8509" y="711200"/>
                      <a:pt x="19050" y="711200"/>
                    </a:cubicBezTo>
                    <a:cubicBezTo>
                      <a:pt x="29591" y="711200"/>
                      <a:pt x="38100" y="719709"/>
                      <a:pt x="38100" y="730250"/>
                    </a:cubicBezTo>
                    <a:cubicBezTo>
                      <a:pt x="38100" y="1112520"/>
                      <a:pt x="347980" y="1422400"/>
                      <a:pt x="730250" y="1422400"/>
                    </a:cubicBezTo>
                    <a:cubicBezTo>
                      <a:pt x="1112520" y="1422400"/>
                      <a:pt x="1422400" y="1112520"/>
                      <a:pt x="1422400" y="730250"/>
                    </a:cubicBezTo>
                    <a:cubicBezTo>
                      <a:pt x="1422400" y="347980"/>
                      <a:pt x="1112520" y="38100"/>
                      <a:pt x="730250" y="38100"/>
                    </a:cubicBezTo>
                    <a:lnTo>
                      <a:pt x="730250" y="19050"/>
                    </a:lnTo>
                    <a:lnTo>
                      <a:pt x="730250" y="38100"/>
                    </a:lnTo>
                    <a:cubicBezTo>
                      <a:pt x="347980" y="38100"/>
                      <a:pt x="38100" y="347980"/>
                      <a:pt x="38100" y="730250"/>
                    </a:cubicBezTo>
                    <a:close/>
                  </a:path>
                </a:pathLst>
              </a:custGeom>
              <a:solidFill>
                <a:srgbClr val="E2DAF8"/>
              </a:solidFill>
            </p:spPr>
          </p:sp>
          <p:sp>
            <p:nvSpPr>
              <p:cNvPr name="TextBox 48" id="48"/>
              <p:cNvSpPr txBox="true"/>
              <p:nvPr/>
            </p:nvSpPr>
            <p:spPr>
              <a:xfrm>
                <a:off x="0" y="0"/>
                <a:ext cx="1460500" cy="1460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960"/>
                  </a:lnSpc>
                </a:pPr>
                <a:r>
                  <a:rPr lang="en-US" sz="3300" b="true">
                    <a:solidFill>
                      <a:srgbClr val="10B981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4</a:t>
                </a:r>
              </a:p>
            </p:txBody>
          </p:sp>
        </p:grpSp>
        <p:sp>
          <p:nvSpPr>
            <p:cNvPr name="TextBox 49" id="49"/>
            <p:cNvSpPr txBox="true"/>
            <p:nvPr/>
          </p:nvSpPr>
          <p:spPr>
            <a:xfrm rot="0">
              <a:off x="13798550" y="4299522"/>
              <a:ext cx="6985000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Sin métricas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13862050" y="5270500"/>
              <a:ext cx="8256414" cy="1371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Número de </a:t>
              </a:r>
              <a:r>
                <a:rPr lang="en-US" sz="3399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citas, economía, servicios más demandados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509712" y="8414314"/>
            <a:ext cx="15268575" cy="1230771"/>
            <a:chOff x="0" y="0"/>
            <a:chExt cx="20358100" cy="1641028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19050" y="23898"/>
              <a:ext cx="20320000" cy="1593231"/>
            </a:xfrm>
            <a:custGeom>
              <a:avLst/>
              <a:gdLst/>
              <a:ahLst/>
              <a:cxnLst/>
              <a:rect r="r" b="b" t="t" l="l"/>
              <a:pathLst>
                <a:path h="1593231" w="20320000">
                  <a:moveTo>
                    <a:pt x="0" y="265592"/>
                  </a:moveTo>
                  <a:cubicBezTo>
                    <a:pt x="0" y="118856"/>
                    <a:pt x="97409" y="0"/>
                    <a:pt x="217551" y="0"/>
                  </a:cubicBezTo>
                  <a:lnTo>
                    <a:pt x="20102449" y="0"/>
                  </a:lnTo>
                  <a:cubicBezTo>
                    <a:pt x="20222590" y="0"/>
                    <a:pt x="20320000" y="118856"/>
                    <a:pt x="20320000" y="265592"/>
                  </a:cubicBezTo>
                  <a:lnTo>
                    <a:pt x="20320000" y="1327640"/>
                  </a:lnTo>
                  <a:cubicBezTo>
                    <a:pt x="20320000" y="1474218"/>
                    <a:pt x="20222590" y="1593232"/>
                    <a:pt x="20102449" y="1593232"/>
                  </a:cubicBezTo>
                  <a:lnTo>
                    <a:pt x="217551" y="1593232"/>
                  </a:lnTo>
                  <a:cubicBezTo>
                    <a:pt x="97409" y="1593232"/>
                    <a:pt x="0" y="1474377"/>
                    <a:pt x="0" y="132764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0358100" cy="1641028"/>
            </a:xfrm>
            <a:custGeom>
              <a:avLst/>
              <a:gdLst/>
              <a:ahLst/>
              <a:cxnLst/>
              <a:rect r="r" b="b" t="t" l="l"/>
              <a:pathLst>
                <a:path h="1641028" w="20358100">
                  <a:moveTo>
                    <a:pt x="0" y="289490"/>
                  </a:moveTo>
                  <a:cubicBezTo>
                    <a:pt x="0" y="128892"/>
                    <a:pt x="106426" y="0"/>
                    <a:pt x="236601" y="0"/>
                  </a:cubicBezTo>
                  <a:lnTo>
                    <a:pt x="20121499" y="0"/>
                  </a:lnTo>
                  <a:lnTo>
                    <a:pt x="20121499" y="23898"/>
                  </a:lnTo>
                  <a:lnTo>
                    <a:pt x="20121499" y="0"/>
                  </a:lnTo>
                  <a:cubicBezTo>
                    <a:pt x="20251674" y="0"/>
                    <a:pt x="20358100" y="128892"/>
                    <a:pt x="20358100" y="289490"/>
                  </a:cubicBezTo>
                  <a:lnTo>
                    <a:pt x="20339050" y="289490"/>
                  </a:lnTo>
                  <a:lnTo>
                    <a:pt x="20358100" y="289490"/>
                  </a:lnTo>
                  <a:lnTo>
                    <a:pt x="20358100" y="1351538"/>
                  </a:lnTo>
                  <a:lnTo>
                    <a:pt x="20339050" y="1351538"/>
                  </a:lnTo>
                  <a:lnTo>
                    <a:pt x="20358100" y="1351538"/>
                  </a:lnTo>
                  <a:cubicBezTo>
                    <a:pt x="20358100" y="1511977"/>
                    <a:pt x="20251674" y="1641028"/>
                    <a:pt x="20121499" y="1641028"/>
                  </a:cubicBezTo>
                  <a:lnTo>
                    <a:pt x="20121499" y="1617130"/>
                  </a:lnTo>
                  <a:lnTo>
                    <a:pt x="20121499" y="1641028"/>
                  </a:lnTo>
                  <a:lnTo>
                    <a:pt x="236601" y="1641028"/>
                  </a:lnTo>
                  <a:lnTo>
                    <a:pt x="236601" y="1617130"/>
                  </a:lnTo>
                  <a:lnTo>
                    <a:pt x="236601" y="1641028"/>
                  </a:lnTo>
                  <a:cubicBezTo>
                    <a:pt x="106426" y="1641028"/>
                    <a:pt x="0" y="1512136"/>
                    <a:pt x="0" y="1351538"/>
                  </a:cubicBezTo>
                  <a:lnTo>
                    <a:pt x="0" y="289490"/>
                  </a:lnTo>
                  <a:lnTo>
                    <a:pt x="19050" y="289490"/>
                  </a:lnTo>
                  <a:lnTo>
                    <a:pt x="0" y="289490"/>
                  </a:lnTo>
                  <a:moveTo>
                    <a:pt x="38100" y="289490"/>
                  </a:moveTo>
                  <a:lnTo>
                    <a:pt x="38100" y="1351538"/>
                  </a:lnTo>
                  <a:lnTo>
                    <a:pt x="19050" y="1351538"/>
                  </a:lnTo>
                  <a:lnTo>
                    <a:pt x="38100" y="1351538"/>
                  </a:lnTo>
                  <a:cubicBezTo>
                    <a:pt x="38100" y="1484414"/>
                    <a:pt x="126492" y="1593231"/>
                    <a:pt x="236601" y="1593231"/>
                  </a:cubicBezTo>
                  <a:lnTo>
                    <a:pt x="20121499" y="1593231"/>
                  </a:lnTo>
                  <a:cubicBezTo>
                    <a:pt x="20231608" y="1593231"/>
                    <a:pt x="20320000" y="1484414"/>
                    <a:pt x="20320000" y="1351538"/>
                  </a:cubicBezTo>
                  <a:lnTo>
                    <a:pt x="20320000" y="289490"/>
                  </a:lnTo>
                  <a:cubicBezTo>
                    <a:pt x="20320000" y="156615"/>
                    <a:pt x="20231608" y="47797"/>
                    <a:pt x="20121499" y="47797"/>
                  </a:cubicBezTo>
                  <a:lnTo>
                    <a:pt x="236601" y="47797"/>
                  </a:lnTo>
                  <a:lnTo>
                    <a:pt x="236601" y="23898"/>
                  </a:lnTo>
                  <a:lnTo>
                    <a:pt x="236601" y="47797"/>
                  </a:lnTo>
                  <a:cubicBezTo>
                    <a:pt x="126492" y="47797"/>
                    <a:pt x="38100" y="156615"/>
                    <a:pt x="38100" y="289490"/>
                  </a:cubicBezTo>
                  <a:close/>
                </a:path>
              </a:pathLst>
            </a:custGeom>
            <a:solidFill>
              <a:srgbClr val="E6E1F4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0" y="0"/>
              <a:ext cx="20358100" cy="16410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79"/>
                </a:lnSpc>
              </a:pPr>
              <a:r>
                <a:rPr lang="en-US" sz="3399" b="true">
                  <a:solidFill>
                    <a:srgbClr val="291947"/>
                  </a:solidFill>
                  <a:latin typeface="Aptos Bold"/>
                  <a:ea typeface="Aptos Bold"/>
                  <a:cs typeface="Aptos Bold"/>
                  <a:sym typeface="Aptos Bold"/>
                </a:rPr>
                <a:t>Reto principal: transformar una gestión manual en una plataforma web sencilla, controlada y adaptada al negocio.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7750" y="666750"/>
            <a:ext cx="1104900" cy="533400"/>
            <a:chOff x="0" y="0"/>
            <a:chExt cx="1473200" cy="711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3200" cy="711200"/>
            </a:xfrm>
            <a:custGeom>
              <a:avLst/>
              <a:gdLst/>
              <a:ahLst/>
              <a:cxnLst/>
              <a:rect r="r" b="b" t="t" l="l"/>
              <a:pathLst>
                <a:path h="711200" w="1473200">
                  <a:moveTo>
                    <a:pt x="0" y="118491"/>
                  </a:moveTo>
                  <a:cubicBezTo>
                    <a:pt x="0" y="53086"/>
                    <a:pt x="53086" y="0"/>
                    <a:pt x="118491" y="0"/>
                  </a:cubicBezTo>
                  <a:lnTo>
                    <a:pt x="1354582" y="0"/>
                  </a:lnTo>
                  <a:cubicBezTo>
                    <a:pt x="1420114" y="0"/>
                    <a:pt x="1473200" y="53086"/>
                    <a:pt x="1473200" y="118491"/>
                  </a:cubicBezTo>
                  <a:lnTo>
                    <a:pt x="1473200" y="592709"/>
                  </a:lnTo>
                  <a:cubicBezTo>
                    <a:pt x="1473200" y="658114"/>
                    <a:pt x="1420114" y="711200"/>
                    <a:pt x="1354709" y="711200"/>
                  </a:cubicBezTo>
                  <a:lnTo>
                    <a:pt x="118491" y="711200"/>
                  </a:lnTo>
                  <a:cubicBezTo>
                    <a:pt x="53086" y="711200"/>
                    <a:pt x="0" y="658114"/>
                    <a:pt x="0" y="592709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73200" cy="711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02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47750" y="1362075"/>
            <a:ext cx="14478000" cy="794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sz="51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Objetivo del proyecto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3523806" y="2621891"/>
            <a:ext cx="11240388" cy="914400"/>
            <a:chOff x="0" y="0"/>
            <a:chExt cx="14987184" cy="12192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987184" cy="1219200"/>
            </a:xfrm>
            <a:custGeom>
              <a:avLst/>
              <a:gdLst/>
              <a:ahLst/>
              <a:cxnLst/>
              <a:rect r="r" b="b" t="t" l="l"/>
              <a:pathLst>
                <a:path h="1219200" w="14987184">
                  <a:moveTo>
                    <a:pt x="0" y="203200"/>
                  </a:moveTo>
                  <a:cubicBezTo>
                    <a:pt x="0" y="90932"/>
                    <a:pt x="92507" y="0"/>
                    <a:pt x="206720" y="0"/>
                  </a:cubicBezTo>
                  <a:lnTo>
                    <a:pt x="14780464" y="0"/>
                  </a:lnTo>
                  <a:cubicBezTo>
                    <a:pt x="14894677" y="0"/>
                    <a:pt x="14987184" y="90932"/>
                    <a:pt x="14987184" y="203200"/>
                  </a:cubicBezTo>
                  <a:lnTo>
                    <a:pt x="14987184" y="1016000"/>
                  </a:lnTo>
                  <a:cubicBezTo>
                    <a:pt x="14987184" y="1128268"/>
                    <a:pt x="14894677" y="1219200"/>
                    <a:pt x="14780464" y="1219200"/>
                  </a:cubicBezTo>
                  <a:lnTo>
                    <a:pt x="206720" y="1219200"/>
                  </a:lnTo>
                  <a:cubicBezTo>
                    <a:pt x="92507" y="1219200"/>
                    <a:pt x="0" y="1128268"/>
                    <a:pt x="0" y="1016000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14987184" cy="1219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439"/>
                </a:lnSpc>
              </a:pPr>
              <a:r>
                <a:rPr lang="en-US" sz="3699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DIGITALIZAR LA GESTIÓN COMPLETA DEL NEGOCIO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509712" y="4001750"/>
            <a:ext cx="15268575" cy="4198238"/>
            <a:chOff x="0" y="0"/>
            <a:chExt cx="20358100" cy="5597651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9690100" cy="5597651"/>
              <a:chOff x="0" y="0"/>
              <a:chExt cx="9690100" cy="5597651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19050" y="19850"/>
                <a:ext cx="9652001" cy="5557951"/>
              </a:xfrm>
              <a:custGeom>
                <a:avLst/>
                <a:gdLst/>
                <a:ahLst/>
                <a:cxnLst/>
                <a:rect r="r" b="b" t="t" l="l"/>
                <a:pathLst>
                  <a:path h="5557951" w="9652001">
                    <a:moveTo>
                      <a:pt x="0" y="926325"/>
                    </a:moveTo>
                    <a:cubicBezTo>
                      <a:pt x="0" y="414729"/>
                      <a:pt x="399288" y="0"/>
                      <a:pt x="891794" y="0"/>
                    </a:cubicBezTo>
                    <a:lnTo>
                      <a:pt x="8760206" y="0"/>
                    </a:lnTo>
                    <a:cubicBezTo>
                      <a:pt x="9252713" y="0"/>
                      <a:pt x="9652001" y="414729"/>
                      <a:pt x="9652001" y="926325"/>
                    </a:cubicBezTo>
                    <a:lnTo>
                      <a:pt x="9652001" y="4631626"/>
                    </a:lnTo>
                    <a:cubicBezTo>
                      <a:pt x="9652001" y="5143222"/>
                      <a:pt x="9252713" y="5557951"/>
                      <a:pt x="8760206" y="5557951"/>
                    </a:cubicBezTo>
                    <a:lnTo>
                      <a:pt x="891794" y="5557951"/>
                    </a:lnTo>
                    <a:cubicBezTo>
                      <a:pt x="399288" y="5557951"/>
                      <a:pt x="0" y="5143222"/>
                      <a:pt x="0" y="4631626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9690100" cy="5597651"/>
              </a:xfrm>
              <a:custGeom>
                <a:avLst/>
                <a:gdLst/>
                <a:ahLst/>
                <a:cxnLst/>
                <a:rect r="r" b="b" t="t" l="l"/>
                <a:pathLst>
                  <a:path h="5597651" w="9690100">
                    <a:moveTo>
                      <a:pt x="0" y="946175"/>
                    </a:moveTo>
                    <a:cubicBezTo>
                      <a:pt x="0" y="423595"/>
                      <a:pt x="407924" y="0"/>
                      <a:pt x="910844" y="0"/>
                    </a:cubicBezTo>
                    <a:lnTo>
                      <a:pt x="8779256" y="0"/>
                    </a:lnTo>
                    <a:lnTo>
                      <a:pt x="8779256" y="19850"/>
                    </a:lnTo>
                    <a:lnTo>
                      <a:pt x="8779256" y="0"/>
                    </a:lnTo>
                    <a:cubicBezTo>
                      <a:pt x="9282176" y="0"/>
                      <a:pt x="9690100" y="423595"/>
                      <a:pt x="9690100" y="946175"/>
                    </a:cubicBezTo>
                    <a:lnTo>
                      <a:pt x="9671050" y="946175"/>
                    </a:lnTo>
                    <a:lnTo>
                      <a:pt x="9690100" y="946175"/>
                    </a:lnTo>
                    <a:lnTo>
                      <a:pt x="9690100" y="4651476"/>
                    </a:lnTo>
                    <a:lnTo>
                      <a:pt x="9671050" y="4651476"/>
                    </a:lnTo>
                    <a:lnTo>
                      <a:pt x="9690100" y="4651476"/>
                    </a:lnTo>
                    <a:cubicBezTo>
                      <a:pt x="9690100" y="5174055"/>
                      <a:pt x="9282176" y="5597651"/>
                      <a:pt x="8779256" y="5597651"/>
                    </a:cubicBezTo>
                    <a:lnTo>
                      <a:pt x="8779256" y="5577801"/>
                    </a:lnTo>
                    <a:lnTo>
                      <a:pt x="8779256" y="5597651"/>
                    </a:lnTo>
                    <a:lnTo>
                      <a:pt x="910844" y="5597651"/>
                    </a:lnTo>
                    <a:lnTo>
                      <a:pt x="910844" y="5577801"/>
                    </a:lnTo>
                    <a:lnTo>
                      <a:pt x="910844" y="5597651"/>
                    </a:lnTo>
                    <a:cubicBezTo>
                      <a:pt x="407924" y="5597651"/>
                      <a:pt x="0" y="5174055"/>
                      <a:pt x="0" y="4651476"/>
                    </a:cubicBezTo>
                    <a:lnTo>
                      <a:pt x="0" y="946175"/>
                    </a:lnTo>
                    <a:lnTo>
                      <a:pt x="19050" y="946175"/>
                    </a:lnTo>
                    <a:lnTo>
                      <a:pt x="0" y="946175"/>
                    </a:lnTo>
                    <a:moveTo>
                      <a:pt x="38100" y="946175"/>
                    </a:moveTo>
                    <a:lnTo>
                      <a:pt x="38100" y="4651476"/>
                    </a:lnTo>
                    <a:lnTo>
                      <a:pt x="19050" y="4651476"/>
                    </a:lnTo>
                    <a:lnTo>
                      <a:pt x="38100" y="4651476"/>
                    </a:lnTo>
                    <a:cubicBezTo>
                      <a:pt x="38100" y="5152088"/>
                      <a:pt x="428752" y="5557951"/>
                      <a:pt x="910844" y="5557951"/>
                    </a:cubicBezTo>
                    <a:lnTo>
                      <a:pt x="8779256" y="5557951"/>
                    </a:lnTo>
                    <a:cubicBezTo>
                      <a:pt x="9261349" y="5557951"/>
                      <a:pt x="9652001" y="5152088"/>
                      <a:pt x="9652001" y="4651476"/>
                    </a:cubicBezTo>
                    <a:lnTo>
                      <a:pt x="9652001" y="946175"/>
                    </a:lnTo>
                    <a:cubicBezTo>
                      <a:pt x="9652000" y="445562"/>
                      <a:pt x="9261348" y="39700"/>
                      <a:pt x="8779256" y="39700"/>
                    </a:cubicBezTo>
                    <a:lnTo>
                      <a:pt x="910844" y="39700"/>
                    </a:lnTo>
                    <a:lnTo>
                      <a:pt x="910844" y="19850"/>
                    </a:lnTo>
                    <a:lnTo>
                      <a:pt x="910844" y="39700"/>
                    </a:lnTo>
                    <a:cubicBezTo>
                      <a:pt x="428752" y="39700"/>
                      <a:pt x="38100" y="445562"/>
                      <a:pt x="38100" y="946175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21" id="21"/>
            <p:cNvGrpSpPr/>
            <p:nvPr/>
          </p:nvGrpSpPr>
          <p:grpSpPr>
            <a:xfrm rot="0">
              <a:off x="635000" y="635000"/>
              <a:ext cx="1511300" cy="1511300"/>
              <a:chOff x="0" y="0"/>
              <a:chExt cx="1511300" cy="15113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19050" y="19050"/>
                <a:ext cx="1473200" cy="1473200"/>
              </a:xfrm>
              <a:custGeom>
                <a:avLst/>
                <a:gdLst/>
                <a:ahLst/>
                <a:cxnLst/>
                <a:rect r="r" b="b" t="t" l="l"/>
                <a:pathLst>
                  <a:path h="1473200" w="1473200">
                    <a:moveTo>
                      <a:pt x="0" y="736600"/>
                    </a:moveTo>
                    <a:cubicBezTo>
                      <a:pt x="0" y="329819"/>
                      <a:pt x="329819" y="0"/>
                      <a:pt x="736600" y="0"/>
                    </a:cubicBezTo>
                    <a:cubicBezTo>
                      <a:pt x="1143381" y="0"/>
                      <a:pt x="1473200" y="329819"/>
                      <a:pt x="1473200" y="736600"/>
                    </a:cubicBezTo>
                    <a:cubicBezTo>
                      <a:pt x="1473200" y="1143381"/>
                      <a:pt x="1143381" y="1473200"/>
                      <a:pt x="736600" y="1473200"/>
                    </a:cubicBezTo>
                    <a:cubicBezTo>
                      <a:pt x="329819" y="1473200"/>
                      <a:pt x="0" y="1143381"/>
                      <a:pt x="0" y="736600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511300" cy="1511300"/>
              </a:xfrm>
              <a:custGeom>
                <a:avLst/>
                <a:gdLst/>
                <a:ahLst/>
                <a:cxnLst/>
                <a:rect r="r" b="b" t="t" l="l"/>
                <a:pathLst>
                  <a:path h="1511300" w="1511300">
                    <a:moveTo>
                      <a:pt x="0" y="755650"/>
                    </a:moveTo>
                    <a:cubicBezTo>
                      <a:pt x="0" y="338328"/>
                      <a:pt x="338328" y="0"/>
                      <a:pt x="755650" y="0"/>
                    </a:cubicBezTo>
                    <a:lnTo>
                      <a:pt x="755650" y="19050"/>
                    </a:lnTo>
                    <a:lnTo>
                      <a:pt x="755650" y="0"/>
                    </a:lnTo>
                    <a:cubicBezTo>
                      <a:pt x="1172972" y="0"/>
                      <a:pt x="1511300" y="338328"/>
                      <a:pt x="1511300" y="755650"/>
                    </a:cubicBezTo>
                    <a:lnTo>
                      <a:pt x="1492250" y="755650"/>
                    </a:lnTo>
                    <a:lnTo>
                      <a:pt x="1511300" y="755650"/>
                    </a:lnTo>
                    <a:cubicBezTo>
                      <a:pt x="1511300" y="1172972"/>
                      <a:pt x="1172972" y="1511300"/>
                      <a:pt x="755650" y="1511300"/>
                    </a:cubicBezTo>
                    <a:lnTo>
                      <a:pt x="755650" y="1492250"/>
                    </a:lnTo>
                    <a:lnTo>
                      <a:pt x="755650" y="1511300"/>
                    </a:lnTo>
                    <a:cubicBezTo>
                      <a:pt x="338328" y="1511300"/>
                      <a:pt x="0" y="1172972"/>
                      <a:pt x="0" y="755650"/>
                    </a:cubicBezTo>
                    <a:lnTo>
                      <a:pt x="19050" y="755650"/>
                    </a:lnTo>
                    <a:lnTo>
                      <a:pt x="38100" y="755650"/>
                    </a:lnTo>
                    <a:lnTo>
                      <a:pt x="19050" y="755650"/>
                    </a:lnTo>
                    <a:lnTo>
                      <a:pt x="0" y="755650"/>
                    </a:lnTo>
                    <a:moveTo>
                      <a:pt x="38100" y="755650"/>
                    </a:moveTo>
                    <a:cubicBezTo>
                      <a:pt x="38100" y="766191"/>
                      <a:pt x="29591" y="774700"/>
                      <a:pt x="19050" y="774700"/>
                    </a:cubicBezTo>
                    <a:cubicBezTo>
                      <a:pt x="8509" y="774700"/>
                      <a:pt x="0" y="766191"/>
                      <a:pt x="0" y="755650"/>
                    </a:cubicBezTo>
                    <a:cubicBezTo>
                      <a:pt x="0" y="745109"/>
                      <a:pt x="8509" y="736600"/>
                      <a:pt x="19050" y="736600"/>
                    </a:cubicBezTo>
                    <a:cubicBezTo>
                      <a:pt x="29591" y="736600"/>
                      <a:pt x="38100" y="745109"/>
                      <a:pt x="38100" y="755650"/>
                    </a:cubicBezTo>
                    <a:cubicBezTo>
                      <a:pt x="38100" y="1151890"/>
                      <a:pt x="359410" y="1473200"/>
                      <a:pt x="755650" y="1473200"/>
                    </a:cubicBezTo>
                    <a:cubicBezTo>
                      <a:pt x="1151890" y="1473200"/>
                      <a:pt x="1473200" y="1151890"/>
                      <a:pt x="1473200" y="755650"/>
                    </a:cubicBezTo>
                    <a:cubicBezTo>
                      <a:pt x="1473200" y="359410"/>
                      <a:pt x="1151890" y="38100"/>
                      <a:pt x="755650" y="38100"/>
                    </a:cubicBezTo>
                    <a:lnTo>
                      <a:pt x="755650" y="19050"/>
                    </a:lnTo>
                    <a:lnTo>
                      <a:pt x="755650" y="38100"/>
                    </a:lnTo>
                    <a:cubicBezTo>
                      <a:pt x="359410" y="38100"/>
                      <a:pt x="38100" y="359410"/>
                      <a:pt x="38100" y="755650"/>
                    </a:cubicBezTo>
                    <a:close/>
                  </a:path>
                </a:pathLst>
              </a:custGeom>
              <a:solidFill>
                <a:srgbClr val="E2DAF8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0"/>
                <a:ext cx="1511300" cy="1511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 b="true">
                    <a:solidFill>
                      <a:srgbClr val="10B981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1</a:t>
                </a:r>
              </a:p>
            </p:txBody>
          </p:sp>
        </p:grpSp>
        <p:sp>
          <p:nvSpPr>
            <p:cNvPr name="TextBox 25" id="25"/>
            <p:cNvSpPr txBox="true"/>
            <p:nvPr/>
          </p:nvSpPr>
          <p:spPr>
            <a:xfrm rot="0">
              <a:off x="2559050" y="641350"/>
              <a:ext cx="6604000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Portal de reservas</a:t>
              </a:r>
            </a:p>
          </p:txBody>
        </p:sp>
        <p:grpSp>
          <p:nvGrpSpPr>
            <p:cNvPr name="Group 26" id="26"/>
            <p:cNvGrpSpPr/>
            <p:nvPr/>
          </p:nvGrpSpPr>
          <p:grpSpPr>
            <a:xfrm rot="0">
              <a:off x="2559050" y="1390650"/>
              <a:ext cx="3302000" cy="1066800"/>
              <a:chOff x="0" y="0"/>
              <a:chExt cx="3302000" cy="10668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3302000" cy="1066800"/>
              </a:xfrm>
              <a:custGeom>
                <a:avLst/>
                <a:gdLst/>
                <a:ahLst/>
                <a:cxnLst/>
                <a:rect r="r" b="b" t="t" l="l"/>
                <a:pathLst>
                  <a:path h="1066800" w="3302000">
                    <a:moveTo>
                      <a:pt x="0" y="177868"/>
                    </a:moveTo>
                    <a:cubicBezTo>
                      <a:pt x="0" y="79600"/>
                      <a:pt x="49276" y="0"/>
                      <a:pt x="110109" y="0"/>
                    </a:cubicBezTo>
                    <a:lnTo>
                      <a:pt x="3191891" y="0"/>
                    </a:lnTo>
                    <a:cubicBezTo>
                      <a:pt x="3252724" y="0"/>
                      <a:pt x="3302000" y="79600"/>
                      <a:pt x="3302000" y="177868"/>
                    </a:cubicBezTo>
                    <a:lnTo>
                      <a:pt x="3302000" y="888932"/>
                    </a:lnTo>
                    <a:cubicBezTo>
                      <a:pt x="3302000" y="987200"/>
                      <a:pt x="3252724" y="1066800"/>
                      <a:pt x="3191891" y="1066800"/>
                    </a:cubicBezTo>
                    <a:lnTo>
                      <a:pt x="110109" y="1066800"/>
                    </a:lnTo>
                    <a:cubicBezTo>
                      <a:pt x="49276" y="1066800"/>
                      <a:pt x="0" y="987200"/>
                      <a:pt x="0" y="888932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0"/>
                <a:ext cx="3302000" cy="10668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4079"/>
                  </a:lnSpc>
                </a:pPr>
                <a:r>
                  <a:rPr lang="en-US" sz="3399" b="true">
                    <a:solidFill>
                      <a:srgbClr val="10B981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Cliente final</a:t>
                </a:r>
              </a:p>
            </p:txBody>
          </p:sp>
        </p:grpSp>
        <p:sp>
          <p:nvSpPr>
            <p:cNvPr name="TextBox 29" id="29"/>
            <p:cNvSpPr txBox="true"/>
            <p:nvPr/>
          </p:nvSpPr>
          <p:spPr>
            <a:xfrm rot="0">
              <a:off x="622654" y="2686050"/>
              <a:ext cx="7174793" cy="2743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34059" indent="-367030" lvl="1">
                <a:lnSpc>
                  <a:spcPts val="4079"/>
                </a:lnSpc>
                <a:buFont typeface="Arial"/>
                <a:buChar char="•"/>
              </a:pPr>
              <a:r>
                <a:rPr lang="en-US" sz="33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Consulta servicios</a:t>
              </a:r>
            </a:p>
            <a:p>
              <a:pPr algn="l" marL="734059" indent="-367030" lvl="1">
                <a:lnSpc>
                  <a:spcPts val="4079"/>
                </a:lnSpc>
                <a:buFont typeface="Arial"/>
                <a:buChar char="•"/>
              </a:pPr>
              <a:r>
                <a:rPr lang="en-US" sz="33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D</a:t>
              </a:r>
              <a:r>
                <a:rPr lang="en-US" sz="33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isponibilidad real</a:t>
              </a:r>
            </a:p>
            <a:p>
              <a:pPr algn="l" marL="734059" indent="-367030" lvl="1">
                <a:lnSpc>
                  <a:spcPts val="4079"/>
                </a:lnSpc>
                <a:buFont typeface="Arial"/>
                <a:buChar char="•"/>
              </a:pPr>
              <a:r>
                <a:rPr lang="en-US" sz="33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Reserva en tres pasos</a:t>
              </a:r>
            </a:p>
            <a:p>
              <a:pPr algn="l" marL="734059" indent="-367030" lvl="1">
                <a:lnSpc>
                  <a:spcPts val="4079"/>
                </a:lnSpc>
                <a:buFont typeface="Arial"/>
                <a:buChar char="•"/>
              </a:pPr>
              <a:r>
                <a:rPr lang="en-US" sz="33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Gestionar/cancelar citas</a:t>
              </a:r>
            </a:p>
          </p:txBody>
        </p:sp>
        <p:grpSp>
          <p:nvGrpSpPr>
            <p:cNvPr name="Group 30" id="30"/>
            <p:cNvGrpSpPr/>
            <p:nvPr/>
          </p:nvGrpSpPr>
          <p:grpSpPr>
            <a:xfrm rot="0">
              <a:off x="10668000" y="0"/>
              <a:ext cx="9690100" cy="5597651"/>
              <a:chOff x="0" y="0"/>
              <a:chExt cx="9690100" cy="5597651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19050" y="19850"/>
                <a:ext cx="9652001" cy="5557951"/>
              </a:xfrm>
              <a:custGeom>
                <a:avLst/>
                <a:gdLst/>
                <a:ahLst/>
                <a:cxnLst/>
                <a:rect r="r" b="b" t="t" l="l"/>
                <a:pathLst>
                  <a:path h="5557951" w="9652001">
                    <a:moveTo>
                      <a:pt x="0" y="926325"/>
                    </a:moveTo>
                    <a:cubicBezTo>
                      <a:pt x="0" y="414729"/>
                      <a:pt x="399288" y="0"/>
                      <a:pt x="891794" y="0"/>
                    </a:cubicBezTo>
                    <a:lnTo>
                      <a:pt x="8760206" y="0"/>
                    </a:lnTo>
                    <a:cubicBezTo>
                      <a:pt x="9252713" y="0"/>
                      <a:pt x="9652001" y="414729"/>
                      <a:pt x="9652001" y="926325"/>
                    </a:cubicBezTo>
                    <a:lnTo>
                      <a:pt x="9652001" y="4631626"/>
                    </a:lnTo>
                    <a:cubicBezTo>
                      <a:pt x="9652001" y="5143222"/>
                      <a:pt x="9252713" y="5557951"/>
                      <a:pt x="8760206" y="5557951"/>
                    </a:cubicBezTo>
                    <a:lnTo>
                      <a:pt x="891794" y="5557951"/>
                    </a:lnTo>
                    <a:cubicBezTo>
                      <a:pt x="399288" y="5557951"/>
                      <a:pt x="0" y="5143222"/>
                      <a:pt x="0" y="4631626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9690100" cy="5597651"/>
              </a:xfrm>
              <a:custGeom>
                <a:avLst/>
                <a:gdLst/>
                <a:ahLst/>
                <a:cxnLst/>
                <a:rect r="r" b="b" t="t" l="l"/>
                <a:pathLst>
                  <a:path h="5597651" w="9690100">
                    <a:moveTo>
                      <a:pt x="0" y="946175"/>
                    </a:moveTo>
                    <a:cubicBezTo>
                      <a:pt x="0" y="423595"/>
                      <a:pt x="407924" y="0"/>
                      <a:pt x="910844" y="0"/>
                    </a:cubicBezTo>
                    <a:lnTo>
                      <a:pt x="8779256" y="0"/>
                    </a:lnTo>
                    <a:lnTo>
                      <a:pt x="8779256" y="19850"/>
                    </a:lnTo>
                    <a:lnTo>
                      <a:pt x="8779256" y="0"/>
                    </a:lnTo>
                    <a:cubicBezTo>
                      <a:pt x="9282176" y="0"/>
                      <a:pt x="9690100" y="423595"/>
                      <a:pt x="9690100" y="946175"/>
                    </a:cubicBezTo>
                    <a:lnTo>
                      <a:pt x="9671050" y="946175"/>
                    </a:lnTo>
                    <a:lnTo>
                      <a:pt x="9690100" y="946175"/>
                    </a:lnTo>
                    <a:lnTo>
                      <a:pt x="9690100" y="4651476"/>
                    </a:lnTo>
                    <a:lnTo>
                      <a:pt x="9671050" y="4651476"/>
                    </a:lnTo>
                    <a:lnTo>
                      <a:pt x="9690100" y="4651476"/>
                    </a:lnTo>
                    <a:cubicBezTo>
                      <a:pt x="9690100" y="5174055"/>
                      <a:pt x="9282176" y="5597651"/>
                      <a:pt x="8779256" y="5597651"/>
                    </a:cubicBezTo>
                    <a:lnTo>
                      <a:pt x="8779256" y="5577801"/>
                    </a:lnTo>
                    <a:lnTo>
                      <a:pt x="8779256" y="5597651"/>
                    </a:lnTo>
                    <a:lnTo>
                      <a:pt x="910844" y="5597651"/>
                    </a:lnTo>
                    <a:lnTo>
                      <a:pt x="910844" y="5577801"/>
                    </a:lnTo>
                    <a:lnTo>
                      <a:pt x="910844" y="5597651"/>
                    </a:lnTo>
                    <a:cubicBezTo>
                      <a:pt x="407924" y="5597651"/>
                      <a:pt x="0" y="5174055"/>
                      <a:pt x="0" y="4651476"/>
                    </a:cubicBezTo>
                    <a:lnTo>
                      <a:pt x="0" y="946175"/>
                    </a:lnTo>
                    <a:lnTo>
                      <a:pt x="19050" y="946175"/>
                    </a:lnTo>
                    <a:lnTo>
                      <a:pt x="0" y="946175"/>
                    </a:lnTo>
                    <a:moveTo>
                      <a:pt x="38100" y="946175"/>
                    </a:moveTo>
                    <a:lnTo>
                      <a:pt x="38100" y="4651476"/>
                    </a:lnTo>
                    <a:lnTo>
                      <a:pt x="19050" y="4651476"/>
                    </a:lnTo>
                    <a:lnTo>
                      <a:pt x="38100" y="4651476"/>
                    </a:lnTo>
                    <a:cubicBezTo>
                      <a:pt x="38100" y="5152088"/>
                      <a:pt x="428752" y="5557951"/>
                      <a:pt x="910844" y="5557951"/>
                    </a:cubicBezTo>
                    <a:lnTo>
                      <a:pt x="8779256" y="5557951"/>
                    </a:lnTo>
                    <a:cubicBezTo>
                      <a:pt x="9261349" y="5557951"/>
                      <a:pt x="9652001" y="5152088"/>
                      <a:pt x="9652001" y="4651476"/>
                    </a:cubicBezTo>
                    <a:lnTo>
                      <a:pt x="9652001" y="946175"/>
                    </a:lnTo>
                    <a:cubicBezTo>
                      <a:pt x="9652000" y="445562"/>
                      <a:pt x="9261348" y="39700"/>
                      <a:pt x="8779256" y="39700"/>
                    </a:cubicBezTo>
                    <a:lnTo>
                      <a:pt x="910844" y="39700"/>
                    </a:lnTo>
                    <a:lnTo>
                      <a:pt x="910844" y="19850"/>
                    </a:lnTo>
                    <a:lnTo>
                      <a:pt x="910844" y="39700"/>
                    </a:lnTo>
                    <a:cubicBezTo>
                      <a:pt x="428752" y="39700"/>
                      <a:pt x="38100" y="445562"/>
                      <a:pt x="38100" y="946175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33" id="33"/>
            <p:cNvGrpSpPr/>
            <p:nvPr/>
          </p:nvGrpSpPr>
          <p:grpSpPr>
            <a:xfrm rot="0">
              <a:off x="11303000" y="635000"/>
              <a:ext cx="1511300" cy="1511300"/>
              <a:chOff x="0" y="0"/>
              <a:chExt cx="1511300" cy="151130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19050" y="19050"/>
                <a:ext cx="1473200" cy="1473200"/>
              </a:xfrm>
              <a:custGeom>
                <a:avLst/>
                <a:gdLst/>
                <a:ahLst/>
                <a:cxnLst/>
                <a:rect r="r" b="b" t="t" l="l"/>
                <a:pathLst>
                  <a:path h="1473200" w="1473200">
                    <a:moveTo>
                      <a:pt x="0" y="736600"/>
                    </a:moveTo>
                    <a:cubicBezTo>
                      <a:pt x="0" y="329819"/>
                      <a:pt x="329819" y="0"/>
                      <a:pt x="736600" y="0"/>
                    </a:cubicBezTo>
                    <a:cubicBezTo>
                      <a:pt x="1143381" y="0"/>
                      <a:pt x="1473200" y="329819"/>
                      <a:pt x="1473200" y="736600"/>
                    </a:cubicBezTo>
                    <a:cubicBezTo>
                      <a:pt x="1473200" y="1143381"/>
                      <a:pt x="1143381" y="1473200"/>
                      <a:pt x="736600" y="1473200"/>
                    </a:cubicBezTo>
                    <a:cubicBezTo>
                      <a:pt x="329819" y="1473200"/>
                      <a:pt x="0" y="1143381"/>
                      <a:pt x="0" y="736600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1511300" cy="1511300"/>
              </a:xfrm>
              <a:custGeom>
                <a:avLst/>
                <a:gdLst/>
                <a:ahLst/>
                <a:cxnLst/>
                <a:rect r="r" b="b" t="t" l="l"/>
                <a:pathLst>
                  <a:path h="1511300" w="1511300">
                    <a:moveTo>
                      <a:pt x="0" y="755650"/>
                    </a:moveTo>
                    <a:cubicBezTo>
                      <a:pt x="0" y="338328"/>
                      <a:pt x="338328" y="0"/>
                      <a:pt x="755650" y="0"/>
                    </a:cubicBezTo>
                    <a:lnTo>
                      <a:pt x="755650" y="19050"/>
                    </a:lnTo>
                    <a:lnTo>
                      <a:pt x="755650" y="0"/>
                    </a:lnTo>
                    <a:cubicBezTo>
                      <a:pt x="1172972" y="0"/>
                      <a:pt x="1511300" y="338328"/>
                      <a:pt x="1511300" y="755650"/>
                    </a:cubicBezTo>
                    <a:lnTo>
                      <a:pt x="1492250" y="755650"/>
                    </a:lnTo>
                    <a:lnTo>
                      <a:pt x="1511300" y="755650"/>
                    </a:lnTo>
                    <a:cubicBezTo>
                      <a:pt x="1511300" y="1172972"/>
                      <a:pt x="1172972" y="1511300"/>
                      <a:pt x="755650" y="1511300"/>
                    </a:cubicBezTo>
                    <a:lnTo>
                      <a:pt x="755650" y="1492250"/>
                    </a:lnTo>
                    <a:lnTo>
                      <a:pt x="755650" y="1511300"/>
                    </a:lnTo>
                    <a:cubicBezTo>
                      <a:pt x="338328" y="1511300"/>
                      <a:pt x="0" y="1172972"/>
                      <a:pt x="0" y="755650"/>
                    </a:cubicBezTo>
                    <a:lnTo>
                      <a:pt x="19050" y="755650"/>
                    </a:lnTo>
                    <a:lnTo>
                      <a:pt x="38100" y="755650"/>
                    </a:lnTo>
                    <a:lnTo>
                      <a:pt x="19050" y="755650"/>
                    </a:lnTo>
                    <a:lnTo>
                      <a:pt x="0" y="755650"/>
                    </a:lnTo>
                    <a:moveTo>
                      <a:pt x="38100" y="755650"/>
                    </a:moveTo>
                    <a:cubicBezTo>
                      <a:pt x="38100" y="766191"/>
                      <a:pt x="29591" y="774700"/>
                      <a:pt x="19050" y="774700"/>
                    </a:cubicBezTo>
                    <a:cubicBezTo>
                      <a:pt x="8509" y="774700"/>
                      <a:pt x="0" y="766191"/>
                      <a:pt x="0" y="755650"/>
                    </a:cubicBezTo>
                    <a:cubicBezTo>
                      <a:pt x="0" y="745109"/>
                      <a:pt x="8509" y="736600"/>
                      <a:pt x="19050" y="736600"/>
                    </a:cubicBezTo>
                    <a:cubicBezTo>
                      <a:pt x="29591" y="736600"/>
                      <a:pt x="38100" y="745109"/>
                      <a:pt x="38100" y="755650"/>
                    </a:cubicBezTo>
                    <a:cubicBezTo>
                      <a:pt x="38100" y="1151890"/>
                      <a:pt x="359410" y="1473200"/>
                      <a:pt x="755650" y="1473200"/>
                    </a:cubicBezTo>
                    <a:cubicBezTo>
                      <a:pt x="1151890" y="1473200"/>
                      <a:pt x="1473200" y="1151890"/>
                      <a:pt x="1473200" y="755650"/>
                    </a:cubicBezTo>
                    <a:cubicBezTo>
                      <a:pt x="1473200" y="359410"/>
                      <a:pt x="1151890" y="38100"/>
                      <a:pt x="755650" y="38100"/>
                    </a:cubicBezTo>
                    <a:lnTo>
                      <a:pt x="755650" y="19050"/>
                    </a:lnTo>
                    <a:lnTo>
                      <a:pt x="755650" y="38100"/>
                    </a:lnTo>
                    <a:cubicBezTo>
                      <a:pt x="359410" y="38100"/>
                      <a:pt x="38100" y="359410"/>
                      <a:pt x="38100" y="755650"/>
                    </a:cubicBezTo>
                    <a:close/>
                  </a:path>
                </a:pathLst>
              </a:custGeom>
              <a:solidFill>
                <a:srgbClr val="E2DAF8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0"/>
                <a:ext cx="1511300" cy="1511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 b="true">
                    <a:solidFill>
                      <a:srgbClr val="7C3AED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2</a:t>
                </a: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13227050" y="641350"/>
              <a:ext cx="694232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Panel de administración</a:t>
              </a:r>
            </a:p>
          </p:txBody>
        </p:sp>
        <p:grpSp>
          <p:nvGrpSpPr>
            <p:cNvPr name="Group 38" id="38"/>
            <p:cNvGrpSpPr/>
            <p:nvPr/>
          </p:nvGrpSpPr>
          <p:grpSpPr>
            <a:xfrm rot="0">
              <a:off x="13227050" y="1446436"/>
              <a:ext cx="3302000" cy="955228"/>
              <a:chOff x="0" y="0"/>
              <a:chExt cx="3302000" cy="955228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3302000" cy="955228"/>
              </a:xfrm>
              <a:custGeom>
                <a:avLst/>
                <a:gdLst/>
                <a:ahLst/>
                <a:cxnLst/>
                <a:rect r="r" b="b" t="t" l="l"/>
                <a:pathLst>
                  <a:path h="955228" w="3302000">
                    <a:moveTo>
                      <a:pt x="0" y="159266"/>
                    </a:moveTo>
                    <a:cubicBezTo>
                      <a:pt x="0" y="71275"/>
                      <a:pt x="49276" y="0"/>
                      <a:pt x="110109" y="0"/>
                    </a:cubicBezTo>
                    <a:lnTo>
                      <a:pt x="3191891" y="0"/>
                    </a:lnTo>
                    <a:cubicBezTo>
                      <a:pt x="3252724" y="0"/>
                      <a:pt x="3302000" y="71275"/>
                      <a:pt x="3302000" y="159266"/>
                    </a:cubicBezTo>
                    <a:lnTo>
                      <a:pt x="3302000" y="795962"/>
                    </a:lnTo>
                    <a:cubicBezTo>
                      <a:pt x="3302000" y="883954"/>
                      <a:pt x="3252724" y="955228"/>
                      <a:pt x="3191891" y="955228"/>
                    </a:cubicBezTo>
                    <a:lnTo>
                      <a:pt x="110109" y="955228"/>
                    </a:lnTo>
                    <a:cubicBezTo>
                      <a:pt x="49276" y="955228"/>
                      <a:pt x="0" y="883954"/>
                      <a:pt x="0" y="795962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0" y="0"/>
                <a:ext cx="3302000" cy="95522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4079"/>
                  </a:lnSpc>
                </a:pPr>
                <a:r>
                  <a:rPr lang="en-US" sz="3399" b="true">
                    <a:solidFill>
                      <a:srgbClr val="7C3AED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Negocio</a:t>
                </a:r>
              </a:p>
            </p:txBody>
          </p:sp>
        </p:grpSp>
        <p:sp>
          <p:nvSpPr>
            <p:cNvPr name="TextBox 41" id="41"/>
            <p:cNvSpPr txBox="true"/>
            <p:nvPr/>
          </p:nvSpPr>
          <p:spPr>
            <a:xfrm rot="0">
              <a:off x="11303000" y="2686050"/>
              <a:ext cx="7783780" cy="2743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34059" indent="-367030" lvl="1">
                <a:lnSpc>
                  <a:spcPts val="4079"/>
                </a:lnSpc>
                <a:buFont typeface="Arial"/>
                <a:buChar char="•"/>
              </a:pPr>
              <a:r>
                <a:rPr lang="en-US" sz="33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Agenda visual</a:t>
              </a:r>
            </a:p>
            <a:p>
              <a:pPr algn="l" marL="734059" indent="-367030" lvl="1">
                <a:lnSpc>
                  <a:spcPts val="4079"/>
                </a:lnSpc>
                <a:buFont typeface="Arial"/>
                <a:buChar char="•"/>
              </a:pPr>
              <a:r>
                <a:rPr lang="en-US" sz="33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Clientes y notas técnicas</a:t>
              </a:r>
            </a:p>
            <a:p>
              <a:pPr algn="l" marL="734059" indent="-367030" lvl="1">
                <a:lnSpc>
                  <a:spcPts val="4079"/>
                </a:lnSpc>
                <a:buFont typeface="Arial"/>
                <a:buChar char="•"/>
              </a:pPr>
              <a:r>
                <a:rPr lang="en-US" sz="33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Servicios y profesionales</a:t>
              </a:r>
            </a:p>
            <a:p>
              <a:pPr algn="l" marL="734059" indent="-367030" lvl="1">
                <a:lnSpc>
                  <a:spcPts val="4079"/>
                </a:lnSpc>
                <a:buFont typeface="Arial"/>
                <a:buChar char="•"/>
              </a:pPr>
              <a:r>
                <a:rPr lang="en-US" sz="33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Bloqueos, horarios, ajustes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7750" y="666750"/>
            <a:ext cx="1104900" cy="533400"/>
            <a:chOff x="0" y="0"/>
            <a:chExt cx="1473200" cy="711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3200" cy="711200"/>
            </a:xfrm>
            <a:custGeom>
              <a:avLst/>
              <a:gdLst/>
              <a:ahLst/>
              <a:cxnLst/>
              <a:rect r="r" b="b" t="t" l="l"/>
              <a:pathLst>
                <a:path h="711200" w="1473200">
                  <a:moveTo>
                    <a:pt x="0" y="118491"/>
                  </a:moveTo>
                  <a:cubicBezTo>
                    <a:pt x="0" y="53086"/>
                    <a:pt x="53086" y="0"/>
                    <a:pt x="118491" y="0"/>
                  </a:cubicBezTo>
                  <a:lnTo>
                    <a:pt x="1354582" y="0"/>
                  </a:lnTo>
                  <a:cubicBezTo>
                    <a:pt x="1420114" y="0"/>
                    <a:pt x="1473200" y="53086"/>
                    <a:pt x="1473200" y="118491"/>
                  </a:cubicBezTo>
                  <a:lnTo>
                    <a:pt x="1473200" y="592709"/>
                  </a:lnTo>
                  <a:cubicBezTo>
                    <a:pt x="1473200" y="658114"/>
                    <a:pt x="1420114" y="711200"/>
                    <a:pt x="1354709" y="711200"/>
                  </a:cubicBezTo>
                  <a:lnTo>
                    <a:pt x="118491" y="711200"/>
                  </a:lnTo>
                  <a:cubicBezTo>
                    <a:pt x="53086" y="711200"/>
                    <a:pt x="0" y="658114"/>
                    <a:pt x="0" y="592709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73200" cy="711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03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47750" y="1362075"/>
            <a:ext cx="14478000" cy="794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sz="51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Solución propuesta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04900" y="2381250"/>
            <a:ext cx="1356360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Dos módulos conectados por una API REST y una base de datos MongoDB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5143500" y="4533900"/>
            <a:ext cx="1238250" cy="571500"/>
            <a:chOff x="0" y="0"/>
            <a:chExt cx="1651000" cy="762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651000" cy="762000"/>
            </a:xfrm>
            <a:custGeom>
              <a:avLst/>
              <a:gdLst/>
              <a:ahLst/>
              <a:cxnLst/>
              <a:rect r="r" b="b" t="t" l="l"/>
              <a:pathLst>
                <a:path h="762000" w="1651000">
                  <a:moveTo>
                    <a:pt x="0" y="190500"/>
                  </a:moveTo>
                  <a:lnTo>
                    <a:pt x="1270000" y="190500"/>
                  </a:lnTo>
                  <a:lnTo>
                    <a:pt x="1270000" y="0"/>
                  </a:lnTo>
                  <a:lnTo>
                    <a:pt x="1651000" y="381000"/>
                  </a:lnTo>
                  <a:lnTo>
                    <a:pt x="1270000" y="762000"/>
                  </a:lnTo>
                  <a:lnTo>
                    <a:pt x="1270000" y="571500"/>
                  </a:lnTo>
                  <a:lnTo>
                    <a:pt x="0" y="5715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0741819" y="4533900"/>
            <a:ext cx="1238250" cy="571500"/>
            <a:chOff x="0" y="0"/>
            <a:chExt cx="1651000" cy="762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51000" cy="762000"/>
            </a:xfrm>
            <a:custGeom>
              <a:avLst/>
              <a:gdLst/>
              <a:ahLst/>
              <a:cxnLst/>
              <a:rect r="r" b="b" t="t" l="l"/>
              <a:pathLst>
                <a:path h="762000" w="1651000">
                  <a:moveTo>
                    <a:pt x="0" y="190500"/>
                  </a:moveTo>
                  <a:lnTo>
                    <a:pt x="1270000" y="190500"/>
                  </a:lnTo>
                  <a:lnTo>
                    <a:pt x="1270000" y="0"/>
                  </a:lnTo>
                  <a:lnTo>
                    <a:pt x="1651000" y="381000"/>
                  </a:lnTo>
                  <a:lnTo>
                    <a:pt x="1270000" y="762000"/>
                  </a:lnTo>
                  <a:lnTo>
                    <a:pt x="1270000" y="571500"/>
                  </a:lnTo>
                  <a:lnTo>
                    <a:pt x="0" y="5715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3780294" y="5828165"/>
            <a:ext cx="762000" cy="1143000"/>
            <a:chOff x="0" y="0"/>
            <a:chExt cx="1016000" cy="1524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16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1016000">
                  <a:moveTo>
                    <a:pt x="0" y="1016000"/>
                  </a:moveTo>
                  <a:lnTo>
                    <a:pt x="254000" y="1016000"/>
                  </a:lnTo>
                  <a:lnTo>
                    <a:pt x="254000" y="0"/>
                  </a:lnTo>
                  <a:lnTo>
                    <a:pt x="762000" y="0"/>
                  </a:lnTo>
                  <a:lnTo>
                    <a:pt x="762000" y="1016000"/>
                  </a:lnTo>
                  <a:lnTo>
                    <a:pt x="1016000" y="1016000"/>
                  </a:lnTo>
                  <a:lnTo>
                    <a:pt x="508000" y="15240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610272" y="6971165"/>
            <a:ext cx="8304707" cy="2728303"/>
            <a:chOff x="0" y="0"/>
            <a:chExt cx="2168223" cy="71231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68223" cy="712315"/>
            </a:xfrm>
            <a:custGeom>
              <a:avLst/>
              <a:gdLst/>
              <a:ahLst/>
              <a:cxnLst/>
              <a:rect r="r" b="b" t="t" l="l"/>
              <a:pathLst>
                <a:path h="712315" w="2168223">
                  <a:moveTo>
                    <a:pt x="2168223" y="0"/>
                  </a:moveTo>
                  <a:lnTo>
                    <a:pt x="0" y="0"/>
                  </a:lnTo>
                  <a:lnTo>
                    <a:pt x="0" y="524355"/>
                  </a:lnTo>
                  <a:lnTo>
                    <a:pt x="157480" y="524355"/>
                  </a:lnTo>
                  <a:lnTo>
                    <a:pt x="157480" y="712315"/>
                  </a:lnTo>
                  <a:lnTo>
                    <a:pt x="463550" y="524355"/>
                  </a:lnTo>
                  <a:lnTo>
                    <a:pt x="2168223" y="524355"/>
                  </a:lnTo>
                  <a:lnTo>
                    <a:pt x="2168223" y="0"/>
                  </a:lnTo>
                  <a:close/>
                </a:path>
              </a:pathLst>
            </a:custGeom>
            <a:solidFill>
              <a:srgbClr val="00558A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66675"/>
              <a:ext cx="2168223" cy="5884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59"/>
                </a:lnSpc>
              </a:pPr>
              <a:r>
                <a:rPr lang="en-US" sz="3399" i="true">
                  <a:solidFill>
                    <a:srgbClr val="FFFFFF"/>
                  </a:solidFill>
                  <a:latin typeface="Aptos Italics"/>
                  <a:ea typeface="Aptos Italics"/>
                  <a:cs typeface="Aptos Italics"/>
                  <a:sym typeface="Aptos Italics"/>
                </a:rPr>
                <a:t>La arquitectura separa presentación, lógica de negocio y capa de datos para facilitar mantenimiento y escalabilidad.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866775" y="3870099"/>
            <a:ext cx="4191000" cy="1899103"/>
            <a:chOff x="0" y="0"/>
            <a:chExt cx="1103802" cy="50017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103802" cy="500175"/>
            </a:xfrm>
            <a:custGeom>
              <a:avLst/>
              <a:gdLst/>
              <a:ahLst/>
              <a:cxnLst/>
              <a:rect r="r" b="b" t="t" l="l"/>
              <a:pathLst>
                <a:path h="500175" w="1103802">
                  <a:moveTo>
                    <a:pt x="900602" y="0"/>
                  </a:moveTo>
                  <a:cubicBezTo>
                    <a:pt x="1012827" y="0"/>
                    <a:pt x="1103802" y="111968"/>
                    <a:pt x="1103802" y="250088"/>
                  </a:cubicBezTo>
                  <a:cubicBezTo>
                    <a:pt x="1103802" y="388207"/>
                    <a:pt x="1012827" y="500175"/>
                    <a:pt x="900602" y="500175"/>
                  </a:cubicBezTo>
                  <a:lnTo>
                    <a:pt x="203200" y="500175"/>
                  </a:lnTo>
                  <a:cubicBezTo>
                    <a:pt x="90976" y="500175"/>
                    <a:pt x="0" y="388207"/>
                    <a:pt x="0" y="250088"/>
                  </a:cubicBezTo>
                  <a:cubicBezTo>
                    <a:pt x="0" y="111968"/>
                    <a:pt x="90976" y="0"/>
                    <a:pt x="203200" y="0"/>
                  </a:cubicBezTo>
                  <a:close/>
                </a:path>
              </a:pathLst>
            </a:custGeom>
            <a:ln w="28575" cap="sq">
              <a:solidFill>
                <a:srgbClr val="696776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1103802" cy="500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866775" y="4196080"/>
            <a:ext cx="4191000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El cliente quiere realizar una reserva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466284" y="3870099"/>
            <a:ext cx="4191000" cy="1899103"/>
            <a:chOff x="0" y="0"/>
            <a:chExt cx="1103802" cy="500175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03802" cy="500175"/>
            </a:xfrm>
            <a:custGeom>
              <a:avLst/>
              <a:gdLst/>
              <a:ahLst/>
              <a:cxnLst/>
              <a:rect r="r" b="b" t="t" l="l"/>
              <a:pathLst>
                <a:path h="500175" w="1103802">
                  <a:moveTo>
                    <a:pt x="900602" y="0"/>
                  </a:moveTo>
                  <a:cubicBezTo>
                    <a:pt x="1012827" y="0"/>
                    <a:pt x="1103802" y="111968"/>
                    <a:pt x="1103802" y="250088"/>
                  </a:cubicBezTo>
                  <a:cubicBezTo>
                    <a:pt x="1103802" y="388207"/>
                    <a:pt x="1012827" y="500175"/>
                    <a:pt x="900602" y="500175"/>
                  </a:cubicBezTo>
                  <a:lnTo>
                    <a:pt x="203200" y="500175"/>
                  </a:lnTo>
                  <a:cubicBezTo>
                    <a:pt x="90976" y="500175"/>
                    <a:pt x="0" y="388207"/>
                    <a:pt x="0" y="250088"/>
                  </a:cubicBezTo>
                  <a:cubicBezTo>
                    <a:pt x="0" y="111968"/>
                    <a:pt x="90976" y="0"/>
                    <a:pt x="203200" y="0"/>
                  </a:cubicBezTo>
                  <a:close/>
                </a:path>
              </a:pathLst>
            </a:custGeom>
            <a:ln w="28575" cap="sq">
              <a:solidFill>
                <a:srgbClr val="696776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1103802" cy="500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7124098" y="3896042"/>
            <a:ext cx="2875373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Frontend React interfaz web responsive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2065794" y="3777480"/>
            <a:ext cx="4191000" cy="1899103"/>
            <a:chOff x="0" y="0"/>
            <a:chExt cx="1103802" cy="500175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03802" cy="500175"/>
            </a:xfrm>
            <a:custGeom>
              <a:avLst/>
              <a:gdLst/>
              <a:ahLst/>
              <a:cxnLst/>
              <a:rect r="r" b="b" t="t" l="l"/>
              <a:pathLst>
                <a:path h="500175" w="1103802">
                  <a:moveTo>
                    <a:pt x="900602" y="0"/>
                  </a:moveTo>
                  <a:cubicBezTo>
                    <a:pt x="1012827" y="0"/>
                    <a:pt x="1103802" y="111968"/>
                    <a:pt x="1103802" y="250088"/>
                  </a:cubicBezTo>
                  <a:cubicBezTo>
                    <a:pt x="1103802" y="388207"/>
                    <a:pt x="1012827" y="500175"/>
                    <a:pt x="900602" y="500175"/>
                  </a:cubicBezTo>
                  <a:lnTo>
                    <a:pt x="203200" y="500175"/>
                  </a:lnTo>
                  <a:cubicBezTo>
                    <a:pt x="90976" y="500175"/>
                    <a:pt x="0" y="388207"/>
                    <a:pt x="0" y="250088"/>
                  </a:cubicBezTo>
                  <a:cubicBezTo>
                    <a:pt x="0" y="111968"/>
                    <a:pt x="90976" y="0"/>
                    <a:pt x="203200" y="0"/>
                  </a:cubicBezTo>
                  <a:close/>
                </a:path>
              </a:pathLst>
            </a:custGeom>
            <a:ln w="28575" cap="sq">
              <a:solidFill>
                <a:srgbClr val="696776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1103802" cy="500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12522097" y="4103461"/>
            <a:ext cx="3278393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Backend Node API Rest y lógica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2065794" y="7123565"/>
            <a:ext cx="4191000" cy="1899103"/>
            <a:chOff x="0" y="0"/>
            <a:chExt cx="1103802" cy="500175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03802" cy="500175"/>
            </a:xfrm>
            <a:custGeom>
              <a:avLst/>
              <a:gdLst/>
              <a:ahLst/>
              <a:cxnLst/>
              <a:rect r="r" b="b" t="t" l="l"/>
              <a:pathLst>
                <a:path h="500175" w="1103802">
                  <a:moveTo>
                    <a:pt x="900602" y="0"/>
                  </a:moveTo>
                  <a:cubicBezTo>
                    <a:pt x="1012827" y="0"/>
                    <a:pt x="1103802" y="111968"/>
                    <a:pt x="1103802" y="250088"/>
                  </a:cubicBezTo>
                  <a:cubicBezTo>
                    <a:pt x="1103802" y="388207"/>
                    <a:pt x="1012827" y="500175"/>
                    <a:pt x="900602" y="500175"/>
                  </a:cubicBezTo>
                  <a:lnTo>
                    <a:pt x="203200" y="500175"/>
                  </a:lnTo>
                  <a:cubicBezTo>
                    <a:pt x="90976" y="500175"/>
                    <a:pt x="0" y="388207"/>
                    <a:pt x="0" y="250088"/>
                  </a:cubicBezTo>
                  <a:cubicBezTo>
                    <a:pt x="0" y="11196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696776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1103802" cy="500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2065794" y="7447415"/>
            <a:ext cx="4191000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MongoDB persistencia datos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7750" y="666750"/>
            <a:ext cx="1104900" cy="533400"/>
            <a:chOff x="0" y="0"/>
            <a:chExt cx="1473200" cy="711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3200" cy="711200"/>
            </a:xfrm>
            <a:custGeom>
              <a:avLst/>
              <a:gdLst/>
              <a:ahLst/>
              <a:cxnLst/>
              <a:rect r="r" b="b" t="t" l="l"/>
              <a:pathLst>
                <a:path h="711200" w="1473200">
                  <a:moveTo>
                    <a:pt x="0" y="118491"/>
                  </a:moveTo>
                  <a:cubicBezTo>
                    <a:pt x="0" y="53086"/>
                    <a:pt x="53086" y="0"/>
                    <a:pt x="118491" y="0"/>
                  </a:cubicBezTo>
                  <a:lnTo>
                    <a:pt x="1354582" y="0"/>
                  </a:lnTo>
                  <a:cubicBezTo>
                    <a:pt x="1420114" y="0"/>
                    <a:pt x="1473200" y="53086"/>
                    <a:pt x="1473200" y="118491"/>
                  </a:cubicBezTo>
                  <a:lnTo>
                    <a:pt x="1473200" y="592709"/>
                  </a:lnTo>
                  <a:cubicBezTo>
                    <a:pt x="1473200" y="658114"/>
                    <a:pt x="1420114" y="711200"/>
                    <a:pt x="1354709" y="711200"/>
                  </a:cubicBezTo>
                  <a:lnTo>
                    <a:pt x="118491" y="711200"/>
                  </a:lnTo>
                  <a:cubicBezTo>
                    <a:pt x="53086" y="711200"/>
                    <a:pt x="0" y="658114"/>
                    <a:pt x="0" y="592709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73200" cy="711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19212" y="3954761"/>
            <a:ext cx="15649575" cy="2124075"/>
            <a:chOff x="0" y="0"/>
            <a:chExt cx="20866100" cy="2832100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4483100" cy="2832100"/>
              <a:chOff x="0" y="0"/>
              <a:chExt cx="4483100" cy="28321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19050" y="19050"/>
                <a:ext cx="4445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445000">
                    <a:moveTo>
                      <a:pt x="0" y="465709"/>
                    </a:moveTo>
                    <a:cubicBezTo>
                      <a:pt x="0" y="208534"/>
                      <a:pt x="209550" y="0"/>
                      <a:pt x="467995" y="0"/>
                    </a:cubicBezTo>
                    <a:lnTo>
                      <a:pt x="3977005" y="0"/>
                    </a:lnTo>
                    <a:cubicBezTo>
                      <a:pt x="4235450" y="0"/>
                      <a:pt x="4445000" y="208534"/>
                      <a:pt x="4445000" y="465709"/>
                    </a:cubicBezTo>
                    <a:lnTo>
                      <a:pt x="4445000" y="2328291"/>
                    </a:lnTo>
                    <a:cubicBezTo>
                      <a:pt x="4445000" y="2585466"/>
                      <a:pt x="4235450" y="2794000"/>
                      <a:pt x="3977005" y="2794000"/>
                    </a:cubicBezTo>
                    <a:lnTo>
                      <a:pt x="467995" y="2794000"/>
                    </a:lnTo>
                    <a:cubicBezTo>
                      <a:pt x="209550" y="2794000"/>
                      <a:pt x="0" y="2585466"/>
                      <a:pt x="0" y="232829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4483100" cy="2832100"/>
              </a:xfrm>
              <a:custGeom>
                <a:avLst/>
                <a:gdLst/>
                <a:ahLst/>
                <a:cxnLst/>
                <a:rect r="r" b="b" t="t" l="l"/>
                <a:pathLst>
                  <a:path h="2832100" w="4483100">
                    <a:moveTo>
                      <a:pt x="0" y="484759"/>
                    </a:moveTo>
                    <a:cubicBezTo>
                      <a:pt x="0" y="216916"/>
                      <a:pt x="218186" y="0"/>
                      <a:pt x="487045" y="0"/>
                    </a:cubicBezTo>
                    <a:lnTo>
                      <a:pt x="3996055" y="0"/>
                    </a:lnTo>
                    <a:lnTo>
                      <a:pt x="3996055" y="19050"/>
                    </a:lnTo>
                    <a:lnTo>
                      <a:pt x="3996055" y="0"/>
                    </a:lnTo>
                    <a:cubicBezTo>
                      <a:pt x="4264914" y="0"/>
                      <a:pt x="4483100" y="216916"/>
                      <a:pt x="4483100" y="484759"/>
                    </a:cubicBezTo>
                    <a:lnTo>
                      <a:pt x="4464050" y="484759"/>
                    </a:lnTo>
                    <a:lnTo>
                      <a:pt x="4483100" y="484759"/>
                    </a:lnTo>
                    <a:lnTo>
                      <a:pt x="4483100" y="2347341"/>
                    </a:lnTo>
                    <a:lnTo>
                      <a:pt x="4464050" y="2347341"/>
                    </a:lnTo>
                    <a:lnTo>
                      <a:pt x="4483100" y="2347341"/>
                    </a:lnTo>
                    <a:cubicBezTo>
                      <a:pt x="4483100" y="2615184"/>
                      <a:pt x="4264914" y="2832100"/>
                      <a:pt x="3996055" y="2832100"/>
                    </a:cubicBezTo>
                    <a:lnTo>
                      <a:pt x="3996055" y="2813050"/>
                    </a:lnTo>
                    <a:lnTo>
                      <a:pt x="3996055" y="2832100"/>
                    </a:lnTo>
                    <a:lnTo>
                      <a:pt x="487045" y="2832100"/>
                    </a:lnTo>
                    <a:lnTo>
                      <a:pt x="487045" y="2813050"/>
                    </a:lnTo>
                    <a:lnTo>
                      <a:pt x="487045" y="2832100"/>
                    </a:lnTo>
                    <a:cubicBezTo>
                      <a:pt x="218186" y="2832100"/>
                      <a:pt x="0" y="2615184"/>
                      <a:pt x="0" y="2347341"/>
                    </a:cubicBezTo>
                    <a:lnTo>
                      <a:pt x="0" y="484759"/>
                    </a:lnTo>
                    <a:lnTo>
                      <a:pt x="19050" y="484759"/>
                    </a:lnTo>
                    <a:lnTo>
                      <a:pt x="0" y="484759"/>
                    </a:lnTo>
                    <a:moveTo>
                      <a:pt x="38100" y="484759"/>
                    </a:moveTo>
                    <a:lnTo>
                      <a:pt x="38100" y="2347341"/>
                    </a:lnTo>
                    <a:lnTo>
                      <a:pt x="19050" y="2347341"/>
                    </a:lnTo>
                    <a:lnTo>
                      <a:pt x="38100" y="2347341"/>
                    </a:lnTo>
                    <a:cubicBezTo>
                      <a:pt x="38100" y="2593975"/>
                      <a:pt x="239014" y="2794000"/>
                      <a:pt x="487045" y="2794000"/>
                    </a:cubicBezTo>
                    <a:lnTo>
                      <a:pt x="3996055" y="2794000"/>
                    </a:lnTo>
                    <a:cubicBezTo>
                      <a:pt x="4244086" y="2794000"/>
                      <a:pt x="4445000" y="2593975"/>
                      <a:pt x="4445000" y="2347341"/>
                    </a:cubicBezTo>
                    <a:lnTo>
                      <a:pt x="4445000" y="484759"/>
                    </a:lnTo>
                    <a:cubicBezTo>
                      <a:pt x="4445000" y="238125"/>
                      <a:pt x="4244086" y="38100"/>
                      <a:pt x="3996055" y="38100"/>
                    </a:cubicBezTo>
                    <a:lnTo>
                      <a:pt x="487045" y="38100"/>
                    </a:lnTo>
                    <a:lnTo>
                      <a:pt x="487045" y="19050"/>
                    </a:lnTo>
                    <a:lnTo>
                      <a:pt x="487045" y="38100"/>
                    </a:lnTo>
                    <a:cubicBezTo>
                      <a:pt x="239014" y="38100"/>
                      <a:pt x="38100" y="238125"/>
                      <a:pt x="38100" y="4847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17" id="17"/>
            <p:cNvGrpSpPr/>
            <p:nvPr/>
          </p:nvGrpSpPr>
          <p:grpSpPr>
            <a:xfrm rot="0">
              <a:off x="298450" y="408559"/>
              <a:ext cx="868363" cy="846583"/>
              <a:chOff x="0" y="0"/>
              <a:chExt cx="868363" cy="846583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68362" cy="846583"/>
              </a:xfrm>
              <a:custGeom>
                <a:avLst/>
                <a:gdLst/>
                <a:ahLst/>
                <a:cxnLst/>
                <a:rect r="r" b="b" t="t" l="l"/>
                <a:pathLst>
                  <a:path h="846583" w="868362">
                    <a:moveTo>
                      <a:pt x="0" y="141047"/>
                    </a:moveTo>
                    <a:cubicBezTo>
                      <a:pt x="0" y="63191"/>
                      <a:pt x="36298" y="0"/>
                      <a:pt x="81018" y="0"/>
                    </a:cubicBezTo>
                    <a:lnTo>
                      <a:pt x="787344" y="0"/>
                    </a:lnTo>
                    <a:cubicBezTo>
                      <a:pt x="832065" y="0"/>
                      <a:pt x="868362" y="63191"/>
                      <a:pt x="868362" y="141047"/>
                    </a:cubicBezTo>
                    <a:lnTo>
                      <a:pt x="868362" y="705536"/>
                    </a:lnTo>
                    <a:cubicBezTo>
                      <a:pt x="868362" y="783391"/>
                      <a:pt x="832065" y="846583"/>
                      <a:pt x="787344" y="846583"/>
                    </a:cubicBezTo>
                    <a:lnTo>
                      <a:pt x="81018" y="846583"/>
                    </a:lnTo>
                    <a:cubicBezTo>
                      <a:pt x="36298" y="846583"/>
                      <a:pt x="0" y="783391"/>
                      <a:pt x="0" y="705536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9525"/>
                <a:ext cx="868363" cy="83705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599"/>
                  </a:lnSpc>
                </a:pPr>
                <a:r>
                  <a:rPr lang="en-US" sz="2999" b="true">
                    <a:solidFill>
                      <a:srgbClr val="10B981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DB</a:t>
                </a:r>
              </a:p>
            </p:txBody>
          </p:sp>
        </p:grpSp>
        <p:sp>
          <p:nvSpPr>
            <p:cNvPr name="TextBox 20" id="20"/>
            <p:cNvSpPr txBox="true"/>
            <p:nvPr/>
          </p:nvSpPr>
          <p:spPr>
            <a:xfrm rot="0">
              <a:off x="1420813" y="457200"/>
              <a:ext cx="2746375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MongoDB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632166" y="1425575"/>
              <a:ext cx="3218768" cy="1285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0"/>
                </a:lnSpc>
              </a:pPr>
              <a:r>
                <a:rPr lang="en-US" sz="32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Base de datos NoSQL</a:t>
              </a:r>
            </a:p>
          </p:txBody>
        </p:sp>
        <p:grpSp>
          <p:nvGrpSpPr>
            <p:cNvPr name="Group 22" id="22"/>
            <p:cNvGrpSpPr/>
            <p:nvPr/>
          </p:nvGrpSpPr>
          <p:grpSpPr>
            <a:xfrm rot="0">
              <a:off x="5461000" y="0"/>
              <a:ext cx="4483100" cy="2832100"/>
              <a:chOff x="0" y="0"/>
              <a:chExt cx="4483100" cy="28321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19050" y="19050"/>
                <a:ext cx="4445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445000">
                    <a:moveTo>
                      <a:pt x="0" y="465709"/>
                    </a:moveTo>
                    <a:cubicBezTo>
                      <a:pt x="0" y="208534"/>
                      <a:pt x="209550" y="0"/>
                      <a:pt x="467995" y="0"/>
                    </a:cubicBezTo>
                    <a:lnTo>
                      <a:pt x="3977005" y="0"/>
                    </a:lnTo>
                    <a:cubicBezTo>
                      <a:pt x="4235450" y="0"/>
                      <a:pt x="4445000" y="208534"/>
                      <a:pt x="4445000" y="465709"/>
                    </a:cubicBezTo>
                    <a:lnTo>
                      <a:pt x="4445000" y="2328291"/>
                    </a:lnTo>
                    <a:cubicBezTo>
                      <a:pt x="4445000" y="2585466"/>
                      <a:pt x="4235450" y="2794000"/>
                      <a:pt x="3977005" y="2794000"/>
                    </a:cubicBezTo>
                    <a:lnTo>
                      <a:pt x="467995" y="2794000"/>
                    </a:lnTo>
                    <a:cubicBezTo>
                      <a:pt x="209550" y="2794000"/>
                      <a:pt x="0" y="2585466"/>
                      <a:pt x="0" y="232829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4483100" cy="2832100"/>
              </a:xfrm>
              <a:custGeom>
                <a:avLst/>
                <a:gdLst/>
                <a:ahLst/>
                <a:cxnLst/>
                <a:rect r="r" b="b" t="t" l="l"/>
                <a:pathLst>
                  <a:path h="2832100" w="4483100">
                    <a:moveTo>
                      <a:pt x="0" y="484759"/>
                    </a:moveTo>
                    <a:cubicBezTo>
                      <a:pt x="0" y="216916"/>
                      <a:pt x="218186" y="0"/>
                      <a:pt x="487045" y="0"/>
                    </a:cubicBezTo>
                    <a:lnTo>
                      <a:pt x="3996055" y="0"/>
                    </a:lnTo>
                    <a:lnTo>
                      <a:pt x="3996055" y="19050"/>
                    </a:lnTo>
                    <a:lnTo>
                      <a:pt x="3996055" y="0"/>
                    </a:lnTo>
                    <a:cubicBezTo>
                      <a:pt x="4264914" y="0"/>
                      <a:pt x="4483100" y="216916"/>
                      <a:pt x="4483100" y="484759"/>
                    </a:cubicBezTo>
                    <a:lnTo>
                      <a:pt x="4464050" y="484759"/>
                    </a:lnTo>
                    <a:lnTo>
                      <a:pt x="4483100" y="484759"/>
                    </a:lnTo>
                    <a:lnTo>
                      <a:pt x="4483100" y="2347341"/>
                    </a:lnTo>
                    <a:lnTo>
                      <a:pt x="4464050" y="2347341"/>
                    </a:lnTo>
                    <a:lnTo>
                      <a:pt x="4483100" y="2347341"/>
                    </a:lnTo>
                    <a:cubicBezTo>
                      <a:pt x="4483100" y="2615184"/>
                      <a:pt x="4264914" y="2832100"/>
                      <a:pt x="3996055" y="2832100"/>
                    </a:cubicBezTo>
                    <a:lnTo>
                      <a:pt x="3996055" y="2813050"/>
                    </a:lnTo>
                    <a:lnTo>
                      <a:pt x="3996055" y="2832100"/>
                    </a:lnTo>
                    <a:lnTo>
                      <a:pt x="487045" y="2832100"/>
                    </a:lnTo>
                    <a:lnTo>
                      <a:pt x="487045" y="2813050"/>
                    </a:lnTo>
                    <a:lnTo>
                      <a:pt x="487045" y="2832100"/>
                    </a:lnTo>
                    <a:cubicBezTo>
                      <a:pt x="218186" y="2832100"/>
                      <a:pt x="0" y="2615184"/>
                      <a:pt x="0" y="2347341"/>
                    </a:cubicBezTo>
                    <a:lnTo>
                      <a:pt x="0" y="484759"/>
                    </a:lnTo>
                    <a:lnTo>
                      <a:pt x="19050" y="484759"/>
                    </a:lnTo>
                    <a:lnTo>
                      <a:pt x="0" y="484759"/>
                    </a:lnTo>
                    <a:moveTo>
                      <a:pt x="38100" y="484759"/>
                    </a:moveTo>
                    <a:lnTo>
                      <a:pt x="38100" y="2347341"/>
                    </a:lnTo>
                    <a:lnTo>
                      <a:pt x="19050" y="2347341"/>
                    </a:lnTo>
                    <a:lnTo>
                      <a:pt x="38100" y="2347341"/>
                    </a:lnTo>
                    <a:cubicBezTo>
                      <a:pt x="38100" y="2593975"/>
                      <a:pt x="239014" y="2794000"/>
                      <a:pt x="487045" y="2794000"/>
                    </a:cubicBezTo>
                    <a:lnTo>
                      <a:pt x="3996055" y="2794000"/>
                    </a:lnTo>
                    <a:cubicBezTo>
                      <a:pt x="4244086" y="2794000"/>
                      <a:pt x="4445000" y="2593975"/>
                      <a:pt x="4445000" y="2347341"/>
                    </a:cubicBezTo>
                    <a:lnTo>
                      <a:pt x="4445000" y="484759"/>
                    </a:lnTo>
                    <a:cubicBezTo>
                      <a:pt x="4445000" y="238125"/>
                      <a:pt x="4244086" y="38100"/>
                      <a:pt x="3996055" y="38100"/>
                    </a:cubicBezTo>
                    <a:lnTo>
                      <a:pt x="487045" y="38100"/>
                    </a:lnTo>
                    <a:lnTo>
                      <a:pt x="487045" y="19050"/>
                    </a:lnTo>
                    <a:lnTo>
                      <a:pt x="487045" y="38100"/>
                    </a:lnTo>
                    <a:cubicBezTo>
                      <a:pt x="239014" y="38100"/>
                      <a:pt x="38100" y="238125"/>
                      <a:pt x="38100" y="4847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25" id="25"/>
            <p:cNvGrpSpPr/>
            <p:nvPr/>
          </p:nvGrpSpPr>
          <p:grpSpPr>
            <a:xfrm rot="0">
              <a:off x="5724459" y="395857"/>
              <a:ext cx="917602" cy="859284"/>
              <a:chOff x="0" y="0"/>
              <a:chExt cx="917602" cy="859284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917602" cy="859284"/>
              </a:xfrm>
              <a:custGeom>
                <a:avLst/>
                <a:gdLst/>
                <a:ahLst/>
                <a:cxnLst/>
                <a:rect r="r" b="b" t="t" l="l"/>
                <a:pathLst>
                  <a:path h="859284" w="917602">
                    <a:moveTo>
                      <a:pt x="0" y="143163"/>
                    </a:moveTo>
                    <a:cubicBezTo>
                      <a:pt x="0" y="64139"/>
                      <a:pt x="38356" y="0"/>
                      <a:pt x="85612" y="0"/>
                    </a:cubicBezTo>
                    <a:lnTo>
                      <a:pt x="831990" y="0"/>
                    </a:lnTo>
                    <a:cubicBezTo>
                      <a:pt x="879246" y="0"/>
                      <a:pt x="917602" y="64139"/>
                      <a:pt x="917602" y="143163"/>
                    </a:cubicBezTo>
                    <a:lnTo>
                      <a:pt x="917602" y="716121"/>
                    </a:lnTo>
                    <a:cubicBezTo>
                      <a:pt x="917602" y="795145"/>
                      <a:pt x="879246" y="859284"/>
                      <a:pt x="831990" y="859284"/>
                    </a:cubicBezTo>
                    <a:lnTo>
                      <a:pt x="85612" y="859284"/>
                    </a:lnTo>
                    <a:cubicBezTo>
                      <a:pt x="38356" y="859284"/>
                      <a:pt x="0" y="795145"/>
                      <a:pt x="0" y="716121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0"/>
                <a:ext cx="917602" cy="8592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00"/>
                  </a:lnSpc>
                </a:pPr>
                <a:r>
                  <a:rPr lang="en-US" sz="3000" b="true">
                    <a:solidFill>
                      <a:srgbClr val="7C3AED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API</a:t>
                </a: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6784419" y="457200"/>
              <a:ext cx="2941161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Express.js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6644168" y="1608468"/>
              <a:ext cx="2116765" cy="6381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0"/>
                </a:lnSpc>
              </a:pPr>
              <a:r>
                <a:rPr lang="en-US" sz="32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API REST</a:t>
              </a:r>
            </a:p>
          </p:txBody>
        </p:sp>
        <p:grpSp>
          <p:nvGrpSpPr>
            <p:cNvPr name="Group 30" id="30"/>
            <p:cNvGrpSpPr/>
            <p:nvPr/>
          </p:nvGrpSpPr>
          <p:grpSpPr>
            <a:xfrm rot="0">
              <a:off x="10922000" y="0"/>
              <a:ext cx="4483100" cy="2832100"/>
              <a:chOff x="0" y="0"/>
              <a:chExt cx="4483100" cy="283210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19050" y="19050"/>
                <a:ext cx="4445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445000">
                    <a:moveTo>
                      <a:pt x="0" y="465709"/>
                    </a:moveTo>
                    <a:cubicBezTo>
                      <a:pt x="0" y="208534"/>
                      <a:pt x="209550" y="0"/>
                      <a:pt x="467995" y="0"/>
                    </a:cubicBezTo>
                    <a:lnTo>
                      <a:pt x="3977005" y="0"/>
                    </a:lnTo>
                    <a:cubicBezTo>
                      <a:pt x="4235450" y="0"/>
                      <a:pt x="4445000" y="208534"/>
                      <a:pt x="4445000" y="465709"/>
                    </a:cubicBezTo>
                    <a:lnTo>
                      <a:pt x="4445000" y="2328291"/>
                    </a:lnTo>
                    <a:cubicBezTo>
                      <a:pt x="4445000" y="2585466"/>
                      <a:pt x="4235450" y="2794000"/>
                      <a:pt x="3977005" y="2794000"/>
                    </a:cubicBezTo>
                    <a:lnTo>
                      <a:pt x="467995" y="2794000"/>
                    </a:lnTo>
                    <a:cubicBezTo>
                      <a:pt x="209550" y="2794000"/>
                      <a:pt x="0" y="2585466"/>
                      <a:pt x="0" y="232829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483100" cy="2832100"/>
              </a:xfrm>
              <a:custGeom>
                <a:avLst/>
                <a:gdLst/>
                <a:ahLst/>
                <a:cxnLst/>
                <a:rect r="r" b="b" t="t" l="l"/>
                <a:pathLst>
                  <a:path h="2832100" w="4483100">
                    <a:moveTo>
                      <a:pt x="0" y="484759"/>
                    </a:moveTo>
                    <a:cubicBezTo>
                      <a:pt x="0" y="216916"/>
                      <a:pt x="218186" y="0"/>
                      <a:pt x="487045" y="0"/>
                    </a:cubicBezTo>
                    <a:lnTo>
                      <a:pt x="3996055" y="0"/>
                    </a:lnTo>
                    <a:lnTo>
                      <a:pt x="3996055" y="19050"/>
                    </a:lnTo>
                    <a:lnTo>
                      <a:pt x="3996055" y="0"/>
                    </a:lnTo>
                    <a:cubicBezTo>
                      <a:pt x="4264914" y="0"/>
                      <a:pt x="4483100" y="216916"/>
                      <a:pt x="4483100" y="484759"/>
                    </a:cubicBezTo>
                    <a:lnTo>
                      <a:pt x="4464050" y="484759"/>
                    </a:lnTo>
                    <a:lnTo>
                      <a:pt x="4483100" y="484759"/>
                    </a:lnTo>
                    <a:lnTo>
                      <a:pt x="4483100" y="2347341"/>
                    </a:lnTo>
                    <a:lnTo>
                      <a:pt x="4464050" y="2347341"/>
                    </a:lnTo>
                    <a:lnTo>
                      <a:pt x="4483100" y="2347341"/>
                    </a:lnTo>
                    <a:cubicBezTo>
                      <a:pt x="4483100" y="2615184"/>
                      <a:pt x="4264914" y="2832100"/>
                      <a:pt x="3996055" y="2832100"/>
                    </a:cubicBezTo>
                    <a:lnTo>
                      <a:pt x="3996055" y="2813050"/>
                    </a:lnTo>
                    <a:lnTo>
                      <a:pt x="3996055" y="2832100"/>
                    </a:lnTo>
                    <a:lnTo>
                      <a:pt x="487045" y="2832100"/>
                    </a:lnTo>
                    <a:lnTo>
                      <a:pt x="487045" y="2813050"/>
                    </a:lnTo>
                    <a:lnTo>
                      <a:pt x="487045" y="2832100"/>
                    </a:lnTo>
                    <a:cubicBezTo>
                      <a:pt x="218186" y="2832100"/>
                      <a:pt x="0" y="2615184"/>
                      <a:pt x="0" y="2347341"/>
                    </a:cubicBezTo>
                    <a:lnTo>
                      <a:pt x="0" y="484759"/>
                    </a:lnTo>
                    <a:lnTo>
                      <a:pt x="19050" y="484759"/>
                    </a:lnTo>
                    <a:lnTo>
                      <a:pt x="0" y="484759"/>
                    </a:lnTo>
                    <a:moveTo>
                      <a:pt x="38100" y="484759"/>
                    </a:moveTo>
                    <a:lnTo>
                      <a:pt x="38100" y="2347341"/>
                    </a:lnTo>
                    <a:lnTo>
                      <a:pt x="19050" y="2347341"/>
                    </a:lnTo>
                    <a:lnTo>
                      <a:pt x="38100" y="2347341"/>
                    </a:lnTo>
                    <a:cubicBezTo>
                      <a:pt x="38100" y="2593975"/>
                      <a:pt x="239014" y="2794000"/>
                      <a:pt x="487045" y="2794000"/>
                    </a:cubicBezTo>
                    <a:lnTo>
                      <a:pt x="3996055" y="2794000"/>
                    </a:lnTo>
                    <a:cubicBezTo>
                      <a:pt x="4244086" y="2794000"/>
                      <a:pt x="4445000" y="2593975"/>
                      <a:pt x="4445000" y="2347341"/>
                    </a:cubicBezTo>
                    <a:lnTo>
                      <a:pt x="4445000" y="484759"/>
                    </a:lnTo>
                    <a:cubicBezTo>
                      <a:pt x="4445000" y="238125"/>
                      <a:pt x="4244086" y="38100"/>
                      <a:pt x="3996055" y="38100"/>
                    </a:cubicBezTo>
                    <a:lnTo>
                      <a:pt x="487045" y="38100"/>
                    </a:lnTo>
                    <a:lnTo>
                      <a:pt x="487045" y="19050"/>
                    </a:lnTo>
                    <a:lnTo>
                      <a:pt x="487045" y="38100"/>
                    </a:lnTo>
                    <a:cubicBezTo>
                      <a:pt x="239014" y="38100"/>
                      <a:pt x="38100" y="238125"/>
                      <a:pt x="38100" y="4847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33" id="33"/>
            <p:cNvGrpSpPr/>
            <p:nvPr/>
          </p:nvGrpSpPr>
          <p:grpSpPr>
            <a:xfrm rot="0">
              <a:off x="11398250" y="402208"/>
              <a:ext cx="812800" cy="859284"/>
              <a:chOff x="0" y="0"/>
              <a:chExt cx="812800" cy="85928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812800" cy="859284"/>
              </a:xfrm>
              <a:custGeom>
                <a:avLst/>
                <a:gdLst/>
                <a:ahLst/>
                <a:cxnLst/>
                <a:rect r="r" b="b" t="t" l="l"/>
                <a:pathLst>
                  <a:path h="859284" w="812800">
                    <a:moveTo>
                      <a:pt x="0" y="143163"/>
                    </a:moveTo>
                    <a:cubicBezTo>
                      <a:pt x="0" y="64139"/>
                      <a:pt x="33975" y="0"/>
                      <a:pt x="75834" y="0"/>
                    </a:cubicBezTo>
                    <a:lnTo>
                      <a:pt x="736966" y="0"/>
                    </a:lnTo>
                    <a:cubicBezTo>
                      <a:pt x="778825" y="0"/>
                      <a:pt x="812800" y="64139"/>
                      <a:pt x="812800" y="143163"/>
                    </a:cubicBezTo>
                    <a:lnTo>
                      <a:pt x="812800" y="716121"/>
                    </a:lnTo>
                    <a:cubicBezTo>
                      <a:pt x="812800" y="795145"/>
                      <a:pt x="778825" y="859284"/>
                      <a:pt x="736966" y="859284"/>
                    </a:cubicBezTo>
                    <a:lnTo>
                      <a:pt x="75834" y="859284"/>
                    </a:lnTo>
                    <a:cubicBezTo>
                      <a:pt x="33975" y="859284"/>
                      <a:pt x="0" y="795145"/>
                      <a:pt x="0" y="716121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0"/>
                <a:ext cx="812800" cy="8592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00"/>
                  </a:lnSpc>
                </a:pPr>
                <a:r>
                  <a:rPr lang="en-US" sz="3000" b="true">
                    <a:solidFill>
                      <a:srgbClr val="10B981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UI</a:t>
                </a:r>
              </a:p>
            </p:txBody>
          </p:sp>
        </p:grpSp>
        <p:sp>
          <p:nvSpPr>
            <p:cNvPr name="TextBox 36" id="36"/>
            <p:cNvSpPr txBox="true"/>
            <p:nvPr/>
          </p:nvSpPr>
          <p:spPr>
            <a:xfrm rot="0">
              <a:off x="12465050" y="457200"/>
              <a:ext cx="2336483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React.js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1754168" y="1608468"/>
              <a:ext cx="2818765" cy="6381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0"/>
                </a:lnSpc>
              </a:pPr>
              <a:r>
                <a:rPr lang="en-US" sz="32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Interfaz SPA</a:t>
              </a:r>
            </a:p>
          </p:txBody>
        </p:sp>
        <p:grpSp>
          <p:nvGrpSpPr>
            <p:cNvPr name="Group 38" id="38"/>
            <p:cNvGrpSpPr/>
            <p:nvPr/>
          </p:nvGrpSpPr>
          <p:grpSpPr>
            <a:xfrm rot="0">
              <a:off x="16383000" y="0"/>
              <a:ext cx="4483100" cy="2832100"/>
              <a:chOff x="0" y="0"/>
              <a:chExt cx="4483100" cy="283210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19050" y="19050"/>
                <a:ext cx="4445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445000">
                    <a:moveTo>
                      <a:pt x="0" y="465709"/>
                    </a:moveTo>
                    <a:cubicBezTo>
                      <a:pt x="0" y="208534"/>
                      <a:pt x="209550" y="0"/>
                      <a:pt x="467995" y="0"/>
                    </a:cubicBezTo>
                    <a:lnTo>
                      <a:pt x="3977005" y="0"/>
                    </a:lnTo>
                    <a:cubicBezTo>
                      <a:pt x="4235450" y="0"/>
                      <a:pt x="4445000" y="208534"/>
                      <a:pt x="4445000" y="465709"/>
                    </a:cubicBezTo>
                    <a:lnTo>
                      <a:pt x="4445000" y="2328291"/>
                    </a:lnTo>
                    <a:cubicBezTo>
                      <a:pt x="4445000" y="2585466"/>
                      <a:pt x="4235450" y="2794000"/>
                      <a:pt x="3977005" y="2794000"/>
                    </a:cubicBezTo>
                    <a:lnTo>
                      <a:pt x="467995" y="2794000"/>
                    </a:lnTo>
                    <a:cubicBezTo>
                      <a:pt x="209550" y="2794000"/>
                      <a:pt x="0" y="2585466"/>
                      <a:pt x="0" y="232829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4483100" cy="2832100"/>
              </a:xfrm>
              <a:custGeom>
                <a:avLst/>
                <a:gdLst/>
                <a:ahLst/>
                <a:cxnLst/>
                <a:rect r="r" b="b" t="t" l="l"/>
                <a:pathLst>
                  <a:path h="2832100" w="4483100">
                    <a:moveTo>
                      <a:pt x="0" y="484759"/>
                    </a:moveTo>
                    <a:cubicBezTo>
                      <a:pt x="0" y="216916"/>
                      <a:pt x="218186" y="0"/>
                      <a:pt x="487045" y="0"/>
                    </a:cubicBezTo>
                    <a:lnTo>
                      <a:pt x="3996055" y="0"/>
                    </a:lnTo>
                    <a:lnTo>
                      <a:pt x="3996055" y="19050"/>
                    </a:lnTo>
                    <a:lnTo>
                      <a:pt x="3996055" y="0"/>
                    </a:lnTo>
                    <a:cubicBezTo>
                      <a:pt x="4264914" y="0"/>
                      <a:pt x="4483100" y="216916"/>
                      <a:pt x="4483100" y="484759"/>
                    </a:cubicBezTo>
                    <a:lnTo>
                      <a:pt x="4464050" y="484759"/>
                    </a:lnTo>
                    <a:lnTo>
                      <a:pt x="4483100" y="484759"/>
                    </a:lnTo>
                    <a:lnTo>
                      <a:pt x="4483100" y="2347341"/>
                    </a:lnTo>
                    <a:lnTo>
                      <a:pt x="4464050" y="2347341"/>
                    </a:lnTo>
                    <a:lnTo>
                      <a:pt x="4483100" y="2347341"/>
                    </a:lnTo>
                    <a:cubicBezTo>
                      <a:pt x="4483100" y="2615184"/>
                      <a:pt x="4264914" y="2832100"/>
                      <a:pt x="3996055" y="2832100"/>
                    </a:cubicBezTo>
                    <a:lnTo>
                      <a:pt x="3996055" y="2813050"/>
                    </a:lnTo>
                    <a:lnTo>
                      <a:pt x="3996055" y="2832100"/>
                    </a:lnTo>
                    <a:lnTo>
                      <a:pt x="487045" y="2832100"/>
                    </a:lnTo>
                    <a:lnTo>
                      <a:pt x="487045" y="2813050"/>
                    </a:lnTo>
                    <a:lnTo>
                      <a:pt x="487045" y="2832100"/>
                    </a:lnTo>
                    <a:cubicBezTo>
                      <a:pt x="218186" y="2832100"/>
                      <a:pt x="0" y="2615184"/>
                      <a:pt x="0" y="2347341"/>
                    </a:cubicBezTo>
                    <a:lnTo>
                      <a:pt x="0" y="484759"/>
                    </a:lnTo>
                    <a:lnTo>
                      <a:pt x="19050" y="484759"/>
                    </a:lnTo>
                    <a:lnTo>
                      <a:pt x="0" y="484759"/>
                    </a:lnTo>
                    <a:moveTo>
                      <a:pt x="38100" y="484759"/>
                    </a:moveTo>
                    <a:lnTo>
                      <a:pt x="38100" y="2347341"/>
                    </a:lnTo>
                    <a:lnTo>
                      <a:pt x="19050" y="2347341"/>
                    </a:lnTo>
                    <a:lnTo>
                      <a:pt x="38100" y="2347341"/>
                    </a:lnTo>
                    <a:cubicBezTo>
                      <a:pt x="38100" y="2593975"/>
                      <a:pt x="239014" y="2794000"/>
                      <a:pt x="487045" y="2794000"/>
                    </a:cubicBezTo>
                    <a:lnTo>
                      <a:pt x="3996055" y="2794000"/>
                    </a:lnTo>
                    <a:cubicBezTo>
                      <a:pt x="4244086" y="2794000"/>
                      <a:pt x="4445000" y="2593975"/>
                      <a:pt x="4445000" y="2347341"/>
                    </a:cubicBezTo>
                    <a:lnTo>
                      <a:pt x="4445000" y="484759"/>
                    </a:lnTo>
                    <a:cubicBezTo>
                      <a:pt x="4445000" y="238125"/>
                      <a:pt x="4244086" y="38100"/>
                      <a:pt x="3996055" y="38100"/>
                    </a:cubicBezTo>
                    <a:lnTo>
                      <a:pt x="487045" y="38100"/>
                    </a:lnTo>
                    <a:lnTo>
                      <a:pt x="487045" y="19050"/>
                    </a:lnTo>
                    <a:lnTo>
                      <a:pt x="487045" y="38100"/>
                    </a:lnTo>
                    <a:cubicBezTo>
                      <a:pt x="239014" y="38100"/>
                      <a:pt x="38100" y="238125"/>
                      <a:pt x="38100" y="4847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41" id="41"/>
            <p:cNvGrpSpPr/>
            <p:nvPr/>
          </p:nvGrpSpPr>
          <p:grpSpPr>
            <a:xfrm rot="0">
              <a:off x="16859250" y="395857"/>
              <a:ext cx="812800" cy="859284"/>
              <a:chOff x="0" y="0"/>
              <a:chExt cx="812800" cy="859284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812800" cy="859284"/>
              </a:xfrm>
              <a:custGeom>
                <a:avLst/>
                <a:gdLst/>
                <a:ahLst/>
                <a:cxnLst/>
                <a:rect r="r" b="b" t="t" l="l"/>
                <a:pathLst>
                  <a:path h="859284" w="812800">
                    <a:moveTo>
                      <a:pt x="0" y="143163"/>
                    </a:moveTo>
                    <a:cubicBezTo>
                      <a:pt x="0" y="64139"/>
                      <a:pt x="33975" y="0"/>
                      <a:pt x="75834" y="0"/>
                    </a:cubicBezTo>
                    <a:lnTo>
                      <a:pt x="736966" y="0"/>
                    </a:lnTo>
                    <a:cubicBezTo>
                      <a:pt x="778825" y="0"/>
                      <a:pt x="812800" y="64139"/>
                      <a:pt x="812800" y="143163"/>
                    </a:cubicBezTo>
                    <a:lnTo>
                      <a:pt x="812800" y="716121"/>
                    </a:lnTo>
                    <a:cubicBezTo>
                      <a:pt x="812800" y="795145"/>
                      <a:pt x="778825" y="859284"/>
                      <a:pt x="736966" y="859284"/>
                    </a:cubicBezTo>
                    <a:lnTo>
                      <a:pt x="75834" y="859284"/>
                    </a:lnTo>
                    <a:cubicBezTo>
                      <a:pt x="33975" y="859284"/>
                      <a:pt x="0" y="795145"/>
                      <a:pt x="0" y="716121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0" y="0"/>
                <a:ext cx="812800" cy="8592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00"/>
                  </a:lnSpc>
                </a:pPr>
                <a:r>
                  <a:rPr lang="en-US" sz="3000" b="true">
                    <a:solidFill>
                      <a:srgbClr val="7C3AED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JS</a:t>
                </a:r>
              </a:p>
            </p:txBody>
          </p:sp>
        </p:grpSp>
        <p:sp>
          <p:nvSpPr>
            <p:cNvPr name="TextBox 44" id="44"/>
            <p:cNvSpPr txBox="true"/>
            <p:nvPr/>
          </p:nvSpPr>
          <p:spPr>
            <a:xfrm rot="0">
              <a:off x="18002250" y="457200"/>
              <a:ext cx="2206149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Node.js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16589692" y="1608468"/>
              <a:ext cx="4069715" cy="6381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0"/>
                </a:lnSpc>
              </a:pPr>
              <a:r>
                <a:rPr lang="en-US" sz="32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Servidor backend</a:t>
              </a:r>
            </a:p>
          </p:txBody>
        </p:sp>
      </p:grpSp>
      <p:sp>
        <p:nvSpPr>
          <p:cNvPr name="Freeform 46" id="46"/>
          <p:cNvSpPr/>
          <p:nvPr/>
        </p:nvSpPr>
        <p:spPr>
          <a:xfrm flipH="false" flipV="false" rot="0">
            <a:off x="1949898" y="6316961"/>
            <a:ext cx="1953695" cy="1953695"/>
          </a:xfrm>
          <a:custGeom>
            <a:avLst/>
            <a:gdLst/>
            <a:ahLst/>
            <a:cxnLst/>
            <a:rect r="r" b="b" t="t" l="l"/>
            <a:pathLst>
              <a:path h="1953695" w="1953695">
                <a:moveTo>
                  <a:pt x="0" y="0"/>
                </a:moveTo>
                <a:lnTo>
                  <a:pt x="1953696" y="0"/>
                </a:lnTo>
                <a:lnTo>
                  <a:pt x="1953696" y="1953695"/>
                </a:lnTo>
                <a:lnTo>
                  <a:pt x="0" y="19536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7" id="47"/>
          <p:cNvSpPr/>
          <p:nvPr/>
        </p:nvSpPr>
        <p:spPr>
          <a:xfrm flipH="false" flipV="false" rot="0">
            <a:off x="6241573" y="6449140"/>
            <a:ext cx="1740318" cy="1689337"/>
          </a:xfrm>
          <a:custGeom>
            <a:avLst/>
            <a:gdLst/>
            <a:ahLst/>
            <a:cxnLst/>
            <a:rect r="r" b="b" t="t" l="l"/>
            <a:pathLst>
              <a:path h="1689337" w="1740318">
                <a:moveTo>
                  <a:pt x="0" y="0"/>
                </a:moveTo>
                <a:lnTo>
                  <a:pt x="1740317" y="0"/>
                </a:lnTo>
                <a:lnTo>
                  <a:pt x="1740317" y="1689337"/>
                </a:lnTo>
                <a:lnTo>
                  <a:pt x="0" y="16893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1614" t="0" r="-38146" b="0"/>
            </a:stretch>
          </a:blipFill>
        </p:spPr>
      </p:sp>
      <p:sp>
        <p:nvSpPr>
          <p:cNvPr name="Freeform 48" id="48"/>
          <p:cNvSpPr/>
          <p:nvPr/>
        </p:nvSpPr>
        <p:spPr>
          <a:xfrm flipH="false" flipV="false" rot="0">
            <a:off x="10275281" y="6383051"/>
            <a:ext cx="1917385" cy="1821516"/>
          </a:xfrm>
          <a:custGeom>
            <a:avLst/>
            <a:gdLst/>
            <a:ahLst/>
            <a:cxnLst/>
            <a:rect r="r" b="b" t="t" l="l"/>
            <a:pathLst>
              <a:path h="1821516" w="1917385">
                <a:moveTo>
                  <a:pt x="0" y="0"/>
                </a:moveTo>
                <a:lnTo>
                  <a:pt x="1917386" y="0"/>
                </a:lnTo>
                <a:lnTo>
                  <a:pt x="1917386" y="1821516"/>
                </a:lnTo>
                <a:lnTo>
                  <a:pt x="0" y="18215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9" id="49"/>
          <p:cNvSpPr/>
          <p:nvPr/>
        </p:nvSpPr>
        <p:spPr>
          <a:xfrm flipH="false" flipV="false" rot="0">
            <a:off x="14486058" y="6449140"/>
            <a:ext cx="1689337" cy="1689337"/>
          </a:xfrm>
          <a:custGeom>
            <a:avLst/>
            <a:gdLst/>
            <a:ahLst/>
            <a:cxnLst/>
            <a:rect r="r" b="b" t="t" l="l"/>
            <a:pathLst>
              <a:path h="1689337" w="1689337">
                <a:moveTo>
                  <a:pt x="0" y="0"/>
                </a:moveTo>
                <a:lnTo>
                  <a:pt x="1689336" y="0"/>
                </a:lnTo>
                <a:lnTo>
                  <a:pt x="1689336" y="1689337"/>
                </a:lnTo>
                <a:lnTo>
                  <a:pt x="0" y="16893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50" id="50"/>
          <p:cNvSpPr txBox="true"/>
          <p:nvPr/>
        </p:nvSpPr>
        <p:spPr>
          <a:xfrm rot="0">
            <a:off x="1047750" y="1362075"/>
            <a:ext cx="8052078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sz="51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Stack tecnológico principal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104900" y="2381250"/>
            <a:ext cx="13753981" cy="1123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39"/>
              </a:lnSpc>
            </a:pPr>
            <a:r>
              <a:rPr lang="en-US" sz="36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Se ha elegido MERN por coherencia técnica, rapidez de desarrollo e integración con documentos JSON</a:t>
            </a: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7750" y="666750"/>
            <a:ext cx="1104900" cy="533400"/>
            <a:chOff x="0" y="0"/>
            <a:chExt cx="1473200" cy="711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3200" cy="711200"/>
            </a:xfrm>
            <a:custGeom>
              <a:avLst/>
              <a:gdLst/>
              <a:ahLst/>
              <a:cxnLst/>
              <a:rect r="r" b="b" t="t" l="l"/>
              <a:pathLst>
                <a:path h="711200" w="1473200">
                  <a:moveTo>
                    <a:pt x="0" y="118491"/>
                  </a:moveTo>
                  <a:cubicBezTo>
                    <a:pt x="0" y="53086"/>
                    <a:pt x="53086" y="0"/>
                    <a:pt x="118491" y="0"/>
                  </a:cubicBezTo>
                  <a:lnTo>
                    <a:pt x="1354582" y="0"/>
                  </a:lnTo>
                  <a:cubicBezTo>
                    <a:pt x="1420114" y="0"/>
                    <a:pt x="1473200" y="53086"/>
                    <a:pt x="1473200" y="118491"/>
                  </a:cubicBezTo>
                  <a:lnTo>
                    <a:pt x="1473200" y="592709"/>
                  </a:lnTo>
                  <a:cubicBezTo>
                    <a:pt x="1473200" y="658114"/>
                    <a:pt x="1420114" y="711200"/>
                    <a:pt x="1354709" y="711200"/>
                  </a:cubicBezTo>
                  <a:lnTo>
                    <a:pt x="118491" y="711200"/>
                  </a:lnTo>
                  <a:cubicBezTo>
                    <a:pt x="53086" y="711200"/>
                    <a:pt x="0" y="658114"/>
                    <a:pt x="0" y="592709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73200" cy="711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05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47750" y="1362075"/>
            <a:ext cx="8748712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sz="51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Stack tecnológico secundario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028700" y="2877340"/>
            <a:ext cx="15825639" cy="2124075"/>
            <a:chOff x="0" y="0"/>
            <a:chExt cx="21100852" cy="2832100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4483100" cy="2832100"/>
              <a:chOff x="0" y="0"/>
              <a:chExt cx="4483100" cy="28321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19050" y="19050"/>
                <a:ext cx="4445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445000">
                    <a:moveTo>
                      <a:pt x="0" y="465709"/>
                    </a:moveTo>
                    <a:cubicBezTo>
                      <a:pt x="0" y="208534"/>
                      <a:pt x="209550" y="0"/>
                      <a:pt x="467995" y="0"/>
                    </a:cubicBezTo>
                    <a:lnTo>
                      <a:pt x="3977005" y="0"/>
                    </a:lnTo>
                    <a:cubicBezTo>
                      <a:pt x="4235450" y="0"/>
                      <a:pt x="4445000" y="208534"/>
                      <a:pt x="4445000" y="465709"/>
                    </a:cubicBezTo>
                    <a:lnTo>
                      <a:pt x="4445000" y="2328291"/>
                    </a:lnTo>
                    <a:cubicBezTo>
                      <a:pt x="4445000" y="2585466"/>
                      <a:pt x="4235450" y="2794000"/>
                      <a:pt x="3977005" y="2794000"/>
                    </a:cubicBezTo>
                    <a:lnTo>
                      <a:pt x="467995" y="2794000"/>
                    </a:lnTo>
                    <a:cubicBezTo>
                      <a:pt x="209550" y="2794000"/>
                      <a:pt x="0" y="2585466"/>
                      <a:pt x="0" y="232829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483100" cy="2832100"/>
              </a:xfrm>
              <a:custGeom>
                <a:avLst/>
                <a:gdLst/>
                <a:ahLst/>
                <a:cxnLst/>
                <a:rect r="r" b="b" t="t" l="l"/>
                <a:pathLst>
                  <a:path h="2832100" w="4483100">
                    <a:moveTo>
                      <a:pt x="0" y="484759"/>
                    </a:moveTo>
                    <a:cubicBezTo>
                      <a:pt x="0" y="216916"/>
                      <a:pt x="218186" y="0"/>
                      <a:pt x="487045" y="0"/>
                    </a:cubicBezTo>
                    <a:lnTo>
                      <a:pt x="3996055" y="0"/>
                    </a:lnTo>
                    <a:lnTo>
                      <a:pt x="3996055" y="19050"/>
                    </a:lnTo>
                    <a:lnTo>
                      <a:pt x="3996055" y="0"/>
                    </a:lnTo>
                    <a:cubicBezTo>
                      <a:pt x="4264914" y="0"/>
                      <a:pt x="4483100" y="216916"/>
                      <a:pt x="4483100" y="484759"/>
                    </a:cubicBezTo>
                    <a:lnTo>
                      <a:pt x="4464050" y="484759"/>
                    </a:lnTo>
                    <a:lnTo>
                      <a:pt x="4483100" y="484759"/>
                    </a:lnTo>
                    <a:lnTo>
                      <a:pt x="4483100" y="2347341"/>
                    </a:lnTo>
                    <a:lnTo>
                      <a:pt x="4464050" y="2347341"/>
                    </a:lnTo>
                    <a:lnTo>
                      <a:pt x="4483100" y="2347341"/>
                    </a:lnTo>
                    <a:cubicBezTo>
                      <a:pt x="4483100" y="2615184"/>
                      <a:pt x="4264914" y="2832100"/>
                      <a:pt x="3996055" y="2832100"/>
                    </a:cubicBezTo>
                    <a:lnTo>
                      <a:pt x="3996055" y="2813050"/>
                    </a:lnTo>
                    <a:lnTo>
                      <a:pt x="3996055" y="2832100"/>
                    </a:lnTo>
                    <a:lnTo>
                      <a:pt x="487045" y="2832100"/>
                    </a:lnTo>
                    <a:lnTo>
                      <a:pt x="487045" y="2813050"/>
                    </a:lnTo>
                    <a:lnTo>
                      <a:pt x="487045" y="2832100"/>
                    </a:lnTo>
                    <a:cubicBezTo>
                      <a:pt x="218186" y="2832100"/>
                      <a:pt x="0" y="2615184"/>
                      <a:pt x="0" y="2347341"/>
                    </a:cubicBezTo>
                    <a:lnTo>
                      <a:pt x="0" y="484759"/>
                    </a:lnTo>
                    <a:lnTo>
                      <a:pt x="19050" y="484759"/>
                    </a:lnTo>
                    <a:lnTo>
                      <a:pt x="0" y="484759"/>
                    </a:lnTo>
                    <a:moveTo>
                      <a:pt x="38100" y="484759"/>
                    </a:moveTo>
                    <a:lnTo>
                      <a:pt x="38100" y="2347341"/>
                    </a:lnTo>
                    <a:lnTo>
                      <a:pt x="19050" y="2347341"/>
                    </a:lnTo>
                    <a:lnTo>
                      <a:pt x="38100" y="2347341"/>
                    </a:lnTo>
                    <a:cubicBezTo>
                      <a:pt x="38100" y="2593975"/>
                      <a:pt x="239014" y="2794000"/>
                      <a:pt x="487045" y="2794000"/>
                    </a:cubicBezTo>
                    <a:lnTo>
                      <a:pt x="3996055" y="2794000"/>
                    </a:lnTo>
                    <a:cubicBezTo>
                      <a:pt x="4244086" y="2794000"/>
                      <a:pt x="4445000" y="2593975"/>
                      <a:pt x="4445000" y="2347341"/>
                    </a:cubicBezTo>
                    <a:lnTo>
                      <a:pt x="4445000" y="484759"/>
                    </a:lnTo>
                    <a:cubicBezTo>
                      <a:pt x="4445000" y="238125"/>
                      <a:pt x="4244086" y="38100"/>
                      <a:pt x="3996055" y="38100"/>
                    </a:cubicBezTo>
                    <a:lnTo>
                      <a:pt x="487045" y="38100"/>
                    </a:lnTo>
                    <a:lnTo>
                      <a:pt x="487045" y="19050"/>
                    </a:lnTo>
                    <a:lnTo>
                      <a:pt x="487045" y="38100"/>
                    </a:lnTo>
                    <a:cubicBezTo>
                      <a:pt x="239014" y="38100"/>
                      <a:pt x="38100" y="238125"/>
                      <a:pt x="38100" y="4847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18" id="18"/>
            <p:cNvGrpSpPr/>
            <p:nvPr/>
          </p:nvGrpSpPr>
          <p:grpSpPr>
            <a:xfrm rot="0">
              <a:off x="298450" y="395857"/>
              <a:ext cx="1200150" cy="846583"/>
              <a:chOff x="0" y="0"/>
              <a:chExt cx="1200150" cy="846583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200150" cy="846583"/>
              </a:xfrm>
              <a:custGeom>
                <a:avLst/>
                <a:gdLst/>
                <a:ahLst/>
                <a:cxnLst/>
                <a:rect r="r" b="b" t="t" l="l"/>
                <a:pathLst>
                  <a:path h="846583" w="1200150">
                    <a:moveTo>
                      <a:pt x="0" y="141047"/>
                    </a:moveTo>
                    <a:cubicBezTo>
                      <a:pt x="0" y="63191"/>
                      <a:pt x="50166" y="0"/>
                      <a:pt x="111974" y="0"/>
                    </a:cubicBezTo>
                    <a:lnTo>
                      <a:pt x="1088176" y="0"/>
                    </a:lnTo>
                    <a:cubicBezTo>
                      <a:pt x="1149984" y="0"/>
                      <a:pt x="1200150" y="63191"/>
                      <a:pt x="1200150" y="141047"/>
                    </a:cubicBezTo>
                    <a:lnTo>
                      <a:pt x="1200150" y="705536"/>
                    </a:lnTo>
                    <a:cubicBezTo>
                      <a:pt x="1200150" y="783391"/>
                      <a:pt x="1149984" y="846583"/>
                      <a:pt x="1088176" y="846583"/>
                    </a:cubicBezTo>
                    <a:lnTo>
                      <a:pt x="111974" y="846583"/>
                    </a:lnTo>
                    <a:cubicBezTo>
                      <a:pt x="50166" y="846583"/>
                      <a:pt x="0" y="783391"/>
                      <a:pt x="0" y="705536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9525"/>
                <a:ext cx="1200150" cy="83705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599"/>
                  </a:lnSpc>
                </a:pPr>
                <a:r>
                  <a:rPr lang="en-US" sz="2999" b="true">
                    <a:solidFill>
                      <a:srgbClr val="10B981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DEV</a:t>
                </a: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1687354" y="450849"/>
              <a:ext cx="124634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VITE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632166" y="1425575"/>
              <a:ext cx="3218768" cy="1285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0"/>
                </a:lnSpc>
              </a:pPr>
              <a:r>
                <a:rPr lang="en-US" sz="32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Bundler y dev server</a:t>
              </a:r>
            </a:p>
          </p:txBody>
        </p:sp>
        <p:grpSp>
          <p:nvGrpSpPr>
            <p:cNvPr name="Group 23" id="23"/>
            <p:cNvGrpSpPr/>
            <p:nvPr/>
          </p:nvGrpSpPr>
          <p:grpSpPr>
            <a:xfrm rot="0">
              <a:off x="5461000" y="0"/>
              <a:ext cx="4483100" cy="2832100"/>
              <a:chOff x="0" y="0"/>
              <a:chExt cx="4483100" cy="28321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19050" y="19050"/>
                <a:ext cx="4445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445000">
                    <a:moveTo>
                      <a:pt x="0" y="465709"/>
                    </a:moveTo>
                    <a:cubicBezTo>
                      <a:pt x="0" y="208534"/>
                      <a:pt x="209550" y="0"/>
                      <a:pt x="467995" y="0"/>
                    </a:cubicBezTo>
                    <a:lnTo>
                      <a:pt x="3977005" y="0"/>
                    </a:lnTo>
                    <a:cubicBezTo>
                      <a:pt x="4235450" y="0"/>
                      <a:pt x="4445000" y="208534"/>
                      <a:pt x="4445000" y="465709"/>
                    </a:cubicBezTo>
                    <a:lnTo>
                      <a:pt x="4445000" y="2328291"/>
                    </a:lnTo>
                    <a:cubicBezTo>
                      <a:pt x="4445000" y="2585466"/>
                      <a:pt x="4235450" y="2794000"/>
                      <a:pt x="3977005" y="2794000"/>
                    </a:cubicBezTo>
                    <a:lnTo>
                      <a:pt x="467995" y="2794000"/>
                    </a:lnTo>
                    <a:cubicBezTo>
                      <a:pt x="209550" y="2794000"/>
                      <a:pt x="0" y="2585466"/>
                      <a:pt x="0" y="232829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4483100" cy="2832100"/>
              </a:xfrm>
              <a:custGeom>
                <a:avLst/>
                <a:gdLst/>
                <a:ahLst/>
                <a:cxnLst/>
                <a:rect r="r" b="b" t="t" l="l"/>
                <a:pathLst>
                  <a:path h="2832100" w="4483100">
                    <a:moveTo>
                      <a:pt x="0" y="484759"/>
                    </a:moveTo>
                    <a:cubicBezTo>
                      <a:pt x="0" y="216916"/>
                      <a:pt x="218186" y="0"/>
                      <a:pt x="487045" y="0"/>
                    </a:cubicBezTo>
                    <a:lnTo>
                      <a:pt x="3996055" y="0"/>
                    </a:lnTo>
                    <a:lnTo>
                      <a:pt x="3996055" y="19050"/>
                    </a:lnTo>
                    <a:lnTo>
                      <a:pt x="3996055" y="0"/>
                    </a:lnTo>
                    <a:cubicBezTo>
                      <a:pt x="4264914" y="0"/>
                      <a:pt x="4483100" y="216916"/>
                      <a:pt x="4483100" y="484759"/>
                    </a:cubicBezTo>
                    <a:lnTo>
                      <a:pt x="4464050" y="484759"/>
                    </a:lnTo>
                    <a:lnTo>
                      <a:pt x="4483100" y="484759"/>
                    </a:lnTo>
                    <a:lnTo>
                      <a:pt x="4483100" y="2347341"/>
                    </a:lnTo>
                    <a:lnTo>
                      <a:pt x="4464050" y="2347341"/>
                    </a:lnTo>
                    <a:lnTo>
                      <a:pt x="4483100" y="2347341"/>
                    </a:lnTo>
                    <a:cubicBezTo>
                      <a:pt x="4483100" y="2615184"/>
                      <a:pt x="4264914" y="2832100"/>
                      <a:pt x="3996055" y="2832100"/>
                    </a:cubicBezTo>
                    <a:lnTo>
                      <a:pt x="3996055" y="2813050"/>
                    </a:lnTo>
                    <a:lnTo>
                      <a:pt x="3996055" y="2832100"/>
                    </a:lnTo>
                    <a:lnTo>
                      <a:pt x="487045" y="2832100"/>
                    </a:lnTo>
                    <a:lnTo>
                      <a:pt x="487045" y="2813050"/>
                    </a:lnTo>
                    <a:lnTo>
                      <a:pt x="487045" y="2832100"/>
                    </a:lnTo>
                    <a:cubicBezTo>
                      <a:pt x="218186" y="2832100"/>
                      <a:pt x="0" y="2615184"/>
                      <a:pt x="0" y="2347341"/>
                    </a:cubicBezTo>
                    <a:lnTo>
                      <a:pt x="0" y="484759"/>
                    </a:lnTo>
                    <a:lnTo>
                      <a:pt x="19050" y="484759"/>
                    </a:lnTo>
                    <a:lnTo>
                      <a:pt x="0" y="484759"/>
                    </a:lnTo>
                    <a:moveTo>
                      <a:pt x="38100" y="484759"/>
                    </a:moveTo>
                    <a:lnTo>
                      <a:pt x="38100" y="2347341"/>
                    </a:lnTo>
                    <a:lnTo>
                      <a:pt x="19050" y="2347341"/>
                    </a:lnTo>
                    <a:lnTo>
                      <a:pt x="38100" y="2347341"/>
                    </a:lnTo>
                    <a:cubicBezTo>
                      <a:pt x="38100" y="2593975"/>
                      <a:pt x="239014" y="2794000"/>
                      <a:pt x="487045" y="2794000"/>
                    </a:cubicBezTo>
                    <a:lnTo>
                      <a:pt x="3996055" y="2794000"/>
                    </a:lnTo>
                    <a:cubicBezTo>
                      <a:pt x="4244086" y="2794000"/>
                      <a:pt x="4445000" y="2593975"/>
                      <a:pt x="4445000" y="2347341"/>
                    </a:cubicBezTo>
                    <a:lnTo>
                      <a:pt x="4445000" y="484759"/>
                    </a:lnTo>
                    <a:cubicBezTo>
                      <a:pt x="4445000" y="238125"/>
                      <a:pt x="4244086" y="38100"/>
                      <a:pt x="3996055" y="38100"/>
                    </a:cubicBezTo>
                    <a:lnTo>
                      <a:pt x="487045" y="38100"/>
                    </a:lnTo>
                    <a:lnTo>
                      <a:pt x="487045" y="19050"/>
                    </a:lnTo>
                    <a:lnTo>
                      <a:pt x="487045" y="38100"/>
                    </a:lnTo>
                    <a:cubicBezTo>
                      <a:pt x="239014" y="38100"/>
                      <a:pt x="38100" y="238125"/>
                      <a:pt x="38100" y="4847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26" id="26"/>
            <p:cNvGrpSpPr/>
            <p:nvPr/>
          </p:nvGrpSpPr>
          <p:grpSpPr>
            <a:xfrm rot="0">
              <a:off x="5724459" y="395857"/>
              <a:ext cx="1360712" cy="859284"/>
              <a:chOff x="0" y="0"/>
              <a:chExt cx="1360712" cy="859284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1360712" cy="859284"/>
              </a:xfrm>
              <a:custGeom>
                <a:avLst/>
                <a:gdLst/>
                <a:ahLst/>
                <a:cxnLst/>
                <a:rect r="r" b="b" t="t" l="l"/>
                <a:pathLst>
                  <a:path h="859284" w="1360712">
                    <a:moveTo>
                      <a:pt x="0" y="143163"/>
                    </a:moveTo>
                    <a:cubicBezTo>
                      <a:pt x="0" y="64139"/>
                      <a:pt x="56878" y="0"/>
                      <a:pt x="126954" y="0"/>
                    </a:cubicBezTo>
                    <a:lnTo>
                      <a:pt x="1233758" y="0"/>
                    </a:lnTo>
                    <a:cubicBezTo>
                      <a:pt x="1303834" y="0"/>
                      <a:pt x="1360712" y="64139"/>
                      <a:pt x="1360712" y="143163"/>
                    </a:cubicBezTo>
                    <a:lnTo>
                      <a:pt x="1360712" y="716121"/>
                    </a:lnTo>
                    <a:cubicBezTo>
                      <a:pt x="1360712" y="795145"/>
                      <a:pt x="1303834" y="859284"/>
                      <a:pt x="1233758" y="859284"/>
                    </a:cubicBezTo>
                    <a:lnTo>
                      <a:pt x="126954" y="859284"/>
                    </a:lnTo>
                    <a:cubicBezTo>
                      <a:pt x="56878" y="859284"/>
                      <a:pt x="0" y="795145"/>
                      <a:pt x="0" y="716121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0"/>
                <a:ext cx="1360712" cy="8592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00"/>
                  </a:lnSpc>
                </a:pPr>
                <a:r>
                  <a:rPr lang="en-US" sz="3000" b="true">
                    <a:solidFill>
                      <a:srgbClr val="7C3AED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DATA</a:t>
                </a:r>
              </a:p>
            </p:txBody>
          </p:sp>
        </p:grpSp>
        <p:sp>
          <p:nvSpPr>
            <p:cNvPr name="TextBox 29" id="29"/>
            <p:cNvSpPr txBox="true"/>
            <p:nvPr/>
          </p:nvSpPr>
          <p:spPr>
            <a:xfrm rot="0">
              <a:off x="7150735" y="444499"/>
              <a:ext cx="2646680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TanStack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5802712" y="1425575"/>
              <a:ext cx="3799677" cy="1285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0"/>
                </a:lnSpc>
              </a:pPr>
              <a:r>
                <a:rPr lang="en-US" sz="32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Query Fetching y caché</a:t>
              </a:r>
            </a:p>
          </p:txBody>
        </p:sp>
        <p:grpSp>
          <p:nvGrpSpPr>
            <p:cNvPr name="Group 31" id="31"/>
            <p:cNvGrpSpPr/>
            <p:nvPr/>
          </p:nvGrpSpPr>
          <p:grpSpPr>
            <a:xfrm rot="0">
              <a:off x="10922000" y="0"/>
              <a:ext cx="4483100" cy="2832100"/>
              <a:chOff x="0" y="0"/>
              <a:chExt cx="4483100" cy="28321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19050" y="19050"/>
                <a:ext cx="4445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445000">
                    <a:moveTo>
                      <a:pt x="0" y="465709"/>
                    </a:moveTo>
                    <a:cubicBezTo>
                      <a:pt x="0" y="208534"/>
                      <a:pt x="209550" y="0"/>
                      <a:pt x="467995" y="0"/>
                    </a:cubicBezTo>
                    <a:lnTo>
                      <a:pt x="3977005" y="0"/>
                    </a:lnTo>
                    <a:cubicBezTo>
                      <a:pt x="4235450" y="0"/>
                      <a:pt x="4445000" y="208534"/>
                      <a:pt x="4445000" y="465709"/>
                    </a:cubicBezTo>
                    <a:lnTo>
                      <a:pt x="4445000" y="2328291"/>
                    </a:lnTo>
                    <a:cubicBezTo>
                      <a:pt x="4445000" y="2585466"/>
                      <a:pt x="4235450" y="2794000"/>
                      <a:pt x="3977005" y="2794000"/>
                    </a:cubicBezTo>
                    <a:lnTo>
                      <a:pt x="467995" y="2794000"/>
                    </a:lnTo>
                    <a:cubicBezTo>
                      <a:pt x="209550" y="2794000"/>
                      <a:pt x="0" y="2585466"/>
                      <a:pt x="0" y="232829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4483100" cy="2832100"/>
              </a:xfrm>
              <a:custGeom>
                <a:avLst/>
                <a:gdLst/>
                <a:ahLst/>
                <a:cxnLst/>
                <a:rect r="r" b="b" t="t" l="l"/>
                <a:pathLst>
                  <a:path h="2832100" w="4483100">
                    <a:moveTo>
                      <a:pt x="0" y="484759"/>
                    </a:moveTo>
                    <a:cubicBezTo>
                      <a:pt x="0" y="216916"/>
                      <a:pt x="218186" y="0"/>
                      <a:pt x="487045" y="0"/>
                    </a:cubicBezTo>
                    <a:lnTo>
                      <a:pt x="3996055" y="0"/>
                    </a:lnTo>
                    <a:lnTo>
                      <a:pt x="3996055" y="19050"/>
                    </a:lnTo>
                    <a:lnTo>
                      <a:pt x="3996055" y="0"/>
                    </a:lnTo>
                    <a:cubicBezTo>
                      <a:pt x="4264914" y="0"/>
                      <a:pt x="4483100" y="216916"/>
                      <a:pt x="4483100" y="484759"/>
                    </a:cubicBezTo>
                    <a:lnTo>
                      <a:pt x="4464050" y="484759"/>
                    </a:lnTo>
                    <a:lnTo>
                      <a:pt x="4483100" y="484759"/>
                    </a:lnTo>
                    <a:lnTo>
                      <a:pt x="4483100" y="2347341"/>
                    </a:lnTo>
                    <a:lnTo>
                      <a:pt x="4464050" y="2347341"/>
                    </a:lnTo>
                    <a:lnTo>
                      <a:pt x="4483100" y="2347341"/>
                    </a:lnTo>
                    <a:cubicBezTo>
                      <a:pt x="4483100" y="2615184"/>
                      <a:pt x="4264914" y="2832100"/>
                      <a:pt x="3996055" y="2832100"/>
                    </a:cubicBezTo>
                    <a:lnTo>
                      <a:pt x="3996055" y="2813050"/>
                    </a:lnTo>
                    <a:lnTo>
                      <a:pt x="3996055" y="2832100"/>
                    </a:lnTo>
                    <a:lnTo>
                      <a:pt x="487045" y="2832100"/>
                    </a:lnTo>
                    <a:lnTo>
                      <a:pt x="487045" y="2813050"/>
                    </a:lnTo>
                    <a:lnTo>
                      <a:pt x="487045" y="2832100"/>
                    </a:lnTo>
                    <a:cubicBezTo>
                      <a:pt x="218186" y="2832100"/>
                      <a:pt x="0" y="2615184"/>
                      <a:pt x="0" y="2347341"/>
                    </a:cubicBezTo>
                    <a:lnTo>
                      <a:pt x="0" y="484759"/>
                    </a:lnTo>
                    <a:lnTo>
                      <a:pt x="19050" y="484759"/>
                    </a:lnTo>
                    <a:lnTo>
                      <a:pt x="0" y="484759"/>
                    </a:lnTo>
                    <a:moveTo>
                      <a:pt x="38100" y="484759"/>
                    </a:moveTo>
                    <a:lnTo>
                      <a:pt x="38100" y="2347341"/>
                    </a:lnTo>
                    <a:lnTo>
                      <a:pt x="19050" y="2347341"/>
                    </a:lnTo>
                    <a:lnTo>
                      <a:pt x="38100" y="2347341"/>
                    </a:lnTo>
                    <a:cubicBezTo>
                      <a:pt x="38100" y="2593975"/>
                      <a:pt x="239014" y="2794000"/>
                      <a:pt x="487045" y="2794000"/>
                    </a:cubicBezTo>
                    <a:lnTo>
                      <a:pt x="3996055" y="2794000"/>
                    </a:lnTo>
                    <a:cubicBezTo>
                      <a:pt x="4244086" y="2794000"/>
                      <a:pt x="4445000" y="2593975"/>
                      <a:pt x="4445000" y="2347341"/>
                    </a:cubicBezTo>
                    <a:lnTo>
                      <a:pt x="4445000" y="484759"/>
                    </a:lnTo>
                    <a:cubicBezTo>
                      <a:pt x="4445000" y="238125"/>
                      <a:pt x="4244086" y="38100"/>
                      <a:pt x="3996055" y="38100"/>
                    </a:cubicBezTo>
                    <a:lnTo>
                      <a:pt x="487045" y="38100"/>
                    </a:lnTo>
                    <a:lnTo>
                      <a:pt x="487045" y="19050"/>
                    </a:lnTo>
                    <a:lnTo>
                      <a:pt x="487045" y="38100"/>
                    </a:lnTo>
                    <a:cubicBezTo>
                      <a:pt x="239014" y="38100"/>
                      <a:pt x="38100" y="238125"/>
                      <a:pt x="38100" y="4847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34" id="34"/>
            <p:cNvGrpSpPr/>
            <p:nvPr/>
          </p:nvGrpSpPr>
          <p:grpSpPr>
            <a:xfrm rot="0">
              <a:off x="11117099" y="444499"/>
              <a:ext cx="1710223" cy="859284"/>
              <a:chOff x="0" y="0"/>
              <a:chExt cx="1710223" cy="859284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1710223" cy="859284"/>
              </a:xfrm>
              <a:custGeom>
                <a:avLst/>
                <a:gdLst/>
                <a:ahLst/>
                <a:cxnLst/>
                <a:rect r="r" b="b" t="t" l="l"/>
                <a:pathLst>
                  <a:path h="859284" w="1710223">
                    <a:moveTo>
                      <a:pt x="0" y="143163"/>
                    </a:moveTo>
                    <a:cubicBezTo>
                      <a:pt x="0" y="64139"/>
                      <a:pt x="71487" y="0"/>
                      <a:pt x="159564" y="0"/>
                    </a:cubicBezTo>
                    <a:lnTo>
                      <a:pt x="1550659" y="0"/>
                    </a:lnTo>
                    <a:cubicBezTo>
                      <a:pt x="1638735" y="0"/>
                      <a:pt x="1710223" y="64139"/>
                      <a:pt x="1710223" y="143163"/>
                    </a:cubicBezTo>
                    <a:lnTo>
                      <a:pt x="1710223" y="716121"/>
                    </a:lnTo>
                    <a:cubicBezTo>
                      <a:pt x="1710223" y="795145"/>
                      <a:pt x="1638735" y="859284"/>
                      <a:pt x="1550659" y="859284"/>
                    </a:cubicBezTo>
                    <a:lnTo>
                      <a:pt x="159564" y="859284"/>
                    </a:lnTo>
                    <a:cubicBezTo>
                      <a:pt x="71487" y="859284"/>
                      <a:pt x="0" y="795145"/>
                      <a:pt x="0" y="716121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0"/>
                <a:ext cx="1710223" cy="8592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00"/>
                  </a:lnSpc>
                </a:pPr>
                <a:r>
                  <a:rPr lang="en-US" sz="3000" b="true">
                    <a:solidFill>
                      <a:srgbClr val="10B981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STATE</a:t>
                </a: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12922100" y="505841"/>
              <a:ext cx="2328545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Zustand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11575732" y="1608468"/>
              <a:ext cx="3175635" cy="6381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0"/>
                </a:lnSpc>
              </a:pPr>
              <a:r>
                <a:rPr lang="en-US" sz="32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Estado global</a:t>
              </a:r>
            </a:p>
          </p:txBody>
        </p:sp>
        <p:grpSp>
          <p:nvGrpSpPr>
            <p:cNvPr name="Group 39" id="39"/>
            <p:cNvGrpSpPr/>
            <p:nvPr/>
          </p:nvGrpSpPr>
          <p:grpSpPr>
            <a:xfrm rot="0">
              <a:off x="16383000" y="0"/>
              <a:ext cx="4483100" cy="2832100"/>
              <a:chOff x="0" y="0"/>
              <a:chExt cx="4483100" cy="283210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19050" y="19050"/>
                <a:ext cx="4445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445000">
                    <a:moveTo>
                      <a:pt x="0" y="465709"/>
                    </a:moveTo>
                    <a:cubicBezTo>
                      <a:pt x="0" y="208534"/>
                      <a:pt x="209550" y="0"/>
                      <a:pt x="467995" y="0"/>
                    </a:cubicBezTo>
                    <a:lnTo>
                      <a:pt x="3977005" y="0"/>
                    </a:lnTo>
                    <a:cubicBezTo>
                      <a:pt x="4235450" y="0"/>
                      <a:pt x="4445000" y="208534"/>
                      <a:pt x="4445000" y="465709"/>
                    </a:cubicBezTo>
                    <a:lnTo>
                      <a:pt x="4445000" y="2328291"/>
                    </a:lnTo>
                    <a:cubicBezTo>
                      <a:pt x="4445000" y="2585466"/>
                      <a:pt x="4235450" y="2794000"/>
                      <a:pt x="3977005" y="2794000"/>
                    </a:cubicBezTo>
                    <a:lnTo>
                      <a:pt x="467995" y="2794000"/>
                    </a:lnTo>
                    <a:cubicBezTo>
                      <a:pt x="209550" y="2794000"/>
                      <a:pt x="0" y="2585466"/>
                      <a:pt x="0" y="232829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483100" cy="2832100"/>
              </a:xfrm>
              <a:custGeom>
                <a:avLst/>
                <a:gdLst/>
                <a:ahLst/>
                <a:cxnLst/>
                <a:rect r="r" b="b" t="t" l="l"/>
                <a:pathLst>
                  <a:path h="2832100" w="4483100">
                    <a:moveTo>
                      <a:pt x="0" y="484759"/>
                    </a:moveTo>
                    <a:cubicBezTo>
                      <a:pt x="0" y="216916"/>
                      <a:pt x="218186" y="0"/>
                      <a:pt x="487045" y="0"/>
                    </a:cubicBezTo>
                    <a:lnTo>
                      <a:pt x="3996055" y="0"/>
                    </a:lnTo>
                    <a:lnTo>
                      <a:pt x="3996055" y="19050"/>
                    </a:lnTo>
                    <a:lnTo>
                      <a:pt x="3996055" y="0"/>
                    </a:lnTo>
                    <a:cubicBezTo>
                      <a:pt x="4264914" y="0"/>
                      <a:pt x="4483100" y="216916"/>
                      <a:pt x="4483100" y="484759"/>
                    </a:cubicBezTo>
                    <a:lnTo>
                      <a:pt x="4464050" y="484759"/>
                    </a:lnTo>
                    <a:lnTo>
                      <a:pt x="4483100" y="484759"/>
                    </a:lnTo>
                    <a:lnTo>
                      <a:pt x="4483100" y="2347341"/>
                    </a:lnTo>
                    <a:lnTo>
                      <a:pt x="4464050" y="2347341"/>
                    </a:lnTo>
                    <a:lnTo>
                      <a:pt x="4483100" y="2347341"/>
                    </a:lnTo>
                    <a:cubicBezTo>
                      <a:pt x="4483100" y="2615184"/>
                      <a:pt x="4264914" y="2832100"/>
                      <a:pt x="3996055" y="2832100"/>
                    </a:cubicBezTo>
                    <a:lnTo>
                      <a:pt x="3996055" y="2813050"/>
                    </a:lnTo>
                    <a:lnTo>
                      <a:pt x="3996055" y="2832100"/>
                    </a:lnTo>
                    <a:lnTo>
                      <a:pt x="487045" y="2832100"/>
                    </a:lnTo>
                    <a:lnTo>
                      <a:pt x="487045" y="2813050"/>
                    </a:lnTo>
                    <a:lnTo>
                      <a:pt x="487045" y="2832100"/>
                    </a:lnTo>
                    <a:cubicBezTo>
                      <a:pt x="218186" y="2832100"/>
                      <a:pt x="0" y="2615184"/>
                      <a:pt x="0" y="2347341"/>
                    </a:cubicBezTo>
                    <a:lnTo>
                      <a:pt x="0" y="484759"/>
                    </a:lnTo>
                    <a:lnTo>
                      <a:pt x="19050" y="484759"/>
                    </a:lnTo>
                    <a:lnTo>
                      <a:pt x="0" y="484759"/>
                    </a:lnTo>
                    <a:moveTo>
                      <a:pt x="38100" y="484759"/>
                    </a:moveTo>
                    <a:lnTo>
                      <a:pt x="38100" y="2347341"/>
                    </a:lnTo>
                    <a:lnTo>
                      <a:pt x="19050" y="2347341"/>
                    </a:lnTo>
                    <a:lnTo>
                      <a:pt x="38100" y="2347341"/>
                    </a:lnTo>
                    <a:cubicBezTo>
                      <a:pt x="38100" y="2593975"/>
                      <a:pt x="239014" y="2794000"/>
                      <a:pt x="487045" y="2794000"/>
                    </a:cubicBezTo>
                    <a:lnTo>
                      <a:pt x="3996055" y="2794000"/>
                    </a:lnTo>
                    <a:cubicBezTo>
                      <a:pt x="4244086" y="2794000"/>
                      <a:pt x="4445000" y="2593975"/>
                      <a:pt x="4445000" y="2347341"/>
                    </a:cubicBezTo>
                    <a:lnTo>
                      <a:pt x="4445000" y="484759"/>
                    </a:lnTo>
                    <a:cubicBezTo>
                      <a:pt x="4445000" y="238125"/>
                      <a:pt x="4244086" y="38100"/>
                      <a:pt x="3996055" y="38100"/>
                    </a:cubicBezTo>
                    <a:lnTo>
                      <a:pt x="487045" y="38100"/>
                    </a:lnTo>
                    <a:lnTo>
                      <a:pt x="487045" y="19050"/>
                    </a:lnTo>
                    <a:lnTo>
                      <a:pt x="487045" y="38100"/>
                    </a:lnTo>
                    <a:cubicBezTo>
                      <a:pt x="239014" y="38100"/>
                      <a:pt x="38100" y="238125"/>
                      <a:pt x="38100" y="4847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42" id="42"/>
            <p:cNvGrpSpPr/>
            <p:nvPr/>
          </p:nvGrpSpPr>
          <p:grpSpPr>
            <a:xfrm rot="0">
              <a:off x="16573500" y="402208"/>
              <a:ext cx="1143000" cy="859284"/>
              <a:chOff x="0" y="0"/>
              <a:chExt cx="1143000" cy="859284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1143000" cy="859284"/>
              </a:xfrm>
              <a:custGeom>
                <a:avLst/>
                <a:gdLst/>
                <a:ahLst/>
                <a:cxnLst/>
                <a:rect r="r" b="b" t="t" l="l"/>
                <a:pathLst>
                  <a:path h="859284" w="1143000">
                    <a:moveTo>
                      <a:pt x="0" y="143163"/>
                    </a:moveTo>
                    <a:cubicBezTo>
                      <a:pt x="0" y="64139"/>
                      <a:pt x="47777" y="0"/>
                      <a:pt x="106642" y="0"/>
                    </a:cubicBezTo>
                    <a:lnTo>
                      <a:pt x="1036358" y="0"/>
                    </a:lnTo>
                    <a:cubicBezTo>
                      <a:pt x="1095223" y="0"/>
                      <a:pt x="1143000" y="64139"/>
                      <a:pt x="1143000" y="143163"/>
                    </a:cubicBezTo>
                    <a:lnTo>
                      <a:pt x="1143000" y="716121"/>
                    </a:lnTo>
                    <a:cubicBezTo>
                      <a:pt x="1143000" y="795145"/>
                      <a:pt x="1095223" y="859284"/>
                      <a:pt x="1036358" y="859284"/>
                    </a:cubicBezTo>
                    <a:lnTo>
                      <a:pt x="106642" y="859284"/>
                    </a:lnTo>
                    <a:cubicBezTo>
                      <a:pt x="47777" y="859284"/>
                      <a:pt x="0" y="795145"/>
                      <a:pt x="0" y="716121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0" y="0"/>
                <a:ext cx="1143000" cy="8592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00"/>
                  </a:lnSpc>
                </a:pPr>
                <a:r>
                  <a:rPr lang="en-US" sz="3000" b="true">
                    <a:solidFill>
                      <a:srgbClr val="7C3AED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CAL</a:t>
                </a:r>
              </a:p>
            </p:txBody>
          </p:sp>
        </p:grpSp>
        <p:sp>
          <p:nvSpPr>
            <p:cNvPr name="TextBox 45" id="45"/>
            <p:cNvSpPr txBox="true"/>
            <p:nvPr/>
          </p:nvSpPr>
          <p:spPr>
            <a:xfrm rot="0">
              <a:off x="17907000" y="444499"/>
              <a:ext cx="2232819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FullCal.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16287948" y="1425575"/>
              <a:ext cx="4812903" cy="1285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0"/>
                </a:lnSpc>
              </a:pPr>
              <a:r>
                <a:rPr lang="en-US" sz="32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Gestión de calendario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3332195" y="5973967"/>
            <a:ext cx="11623609" cy="2124075"/>
            <a:chOff x="0" y="0"/>
            <a:chExt cx="15498145" cy="2832100"/>
          </a:xfrm>
        </p:grpSpPr>
        <p:grpSp>
          <p:nvGrpSpPr>
            <p:cNvPr name="Group 48" id="48"/>
            <p:cNvGrpSpPr/>
            <p:nvPr/>
          </p:nvGrpSpPr>
          <p:grpSpPr>
            <a:xfrm rot="0">
              <a:off x="93045" y="0"/>
              <a:ext cx="4483100" cy="2832100"/>
              <a:chOff x="0" y="0"/>
              <a:chExt cx="4483100" cy="2832100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19050" y="19050"/>
                <a:ext cx="4445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445000">
                    <a:moveTo>
                      <a:pt x="0" y="465709"/>
                    </a:moveTo>
                    <a:cubicBezTo>
                      <a:pt x="0" y="208534"/>
                      <a:pt x="209550" y="0"/>
                      <a:pt x="467995" y="0"/>
                    </a:cubicBezTo>
                    <a:lnTo>
                      <a:pt x="3977005" y="0"/>
                    </a:lnTo>
                    <a:cubicBezTo>
                      <a:pt x="4235450" y="0"/>
                      <a:pt x="4445000" y="208534"/>
                      <a:pt x="4445000" y="465709"/>
                    </a:cubicBezTo>
                    <a:lnTo>
                      <a:pt x="4445000" y="2328291"/>
                    </a:lnTo>
                    <a:cubicBezTo>
                      <a:pt x="4445000" y="2585466"/>
                      <a:pt x="4235450" y="2794000"/>
                      <a:pt x="3977005" y="2794000"/>
                    </a:cubicBezTo>
                    <a:lnTo>
                      <a:pt x="467995" y="2794000"/>
                    </a:lnTo>
                    <a:cubicBezTo>
                      <a:pt x="209550" y="2794000"/>
                      <a:pt x="0" y="2585466"/>
                      <a:pt x="0" y="232829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4483100" cy="2832100"/>
              </a:xfrm>
              <a:custGeom>
                <a:avLst/>
                <a:gdLst/>
                <a:ahLst/>
                <a:cxnLst/>
                <a:rect r="r" b="b" t="t" l="l"/>
                <a:pathLst>
                  <a:path h="2832100" w="4483100">
                    <a:moveTo>
                      <a:pt x="0" y="484759"/>
                    </a:moveTo>
                    <a:cubicBezTo>
                      <a:pt x="0" y="216916"/>
                      <a:pt x="218186" y="0"/>
                      <a:pt x="487045" y="0"/>
                    </a:cubicBezTo>
                    <a:lnTo>
                      <a:pt x="3996055" y="0"/>
                    </a:lnTo>
                    <a:lnTo>
                      <a:pt x="3996055" y="19050"/>
                    </a:lnTo>
                    <a:lnTo>
                      <a:pt x="3996055" y="0"/>
                    </a:lnTo>
                    <a:cubicBezTo>
                      <a:pt x="4264914" y="0"/>
                      <a:pt x="4483100" y="216916"/>
                      <a:pt x="4483100" y="484759"/>
                    </a:cubicBezTo>
                    <a:lnTo>
                      <a:pt x="4464050" y="484759"/>
                    </a:lnTo>
                    <a:lnTo>
                      <a:pt x="4483100" y="484759"/>
                    </a:lnTo>
                    <a:lnTo>
                      <a:pt x="4483100" y="2347341"/>
                    </a:lnTo>
                    <a:lnTo>
                      <a:pt x="4464050" y="2347341"/>
                    </a:lnTo>
                    <a:lnTo>
                      <a:pt x="4483100" y="2347341"/>
                    </a:lnTo>
                    <a:cubicBezTo>
                      <a:pt x="4483100" y="2615184"/>
                      <a:pt x="4264914" y="2832100"/>
                      <a:pt x="3996055" y="2832100"/>
                    </a:cubicBezTo>
                    <a:lnTo>
                      <a:pt x="3996055" y="2813050"/>
                    </a:lnTo>
                    <a:lnTo>
                      <a:pt x="3996055" y="2832100"/>
                    </a:lnTo>
                    <a:lnTo>
                      <a:pt x="487045" y="2832100"/>
                    </a:lnTo>
                    <a:lnTo>
                      <a:pt x="487045" y="2813050"/>
                    </a:lnTo>
                    <a:lnTo>
                      <a:pt x="487045" y="2832100"/>
                    </a:lnTo>
                    <a:cubicBezTo>
                      <a:pt x="218186" y="2832100"/>
                      <a:pt x="0" y="2615184"/>
                      <a:pt x="0" y="2347341"/>
                    </a:cubicBezTo>
                    <a:lnTo>
                      <a:pt x="0" y="484759"/>
                    </a:lnTo>
                    <a:lnTo>
                      <a:pt x="19050" y="484759"/>
                    </a:lnTo>
                    <a:lnTo>
                      <a:pt x="0" y="484759"/>
                    </a:lnTo>
                    <a:moveTo>
                      <a:pt x="38100" y="484759"/>
                    </a:moveTo>
                    <a:lnTo>
                      <a:pt x="38100" y="2347341"/>
                    </a:lnTo>
                    <a:lnTo>
                      <a:pt x="19050" y="2347341"/>
                    </a:lnTo>
                    <a:lnTo>
                      <a:pt x="38100" y="2347341"/>
                    </a:lnTo>
                    <a:cubicBezTo>
                      <a:pt x="38100" y="2593975"/>
                      <a:pt x="239014" y="2794000"/>
                      <a:pt x="487045" y="2794000"/>
                    </a:cubicBezTo>
                    <a:lnTo>
                      <a:pt x="3996055" y="2794000"/>
                    </a:lnTo>
                    <a:cubicBezTo>
                      <a:pt x="4244086" y="2794000"/>
                      <a:pt x="4445000" y="2593975"/>
                      <a:pt x="4445000" y="2347341"/>
                    </a:cubicBezTo>
                    <a:lnTo>
                      <a:pt x="4445000" y="484759"/>
                    </a:lnTo>
                    <a:cubicBezTo>
                      <a:pt x="4445000" y="238125"/>
                      <a:pt x="4244086" y="38100"/>
                      <a:pt x="3996055" y="38100"/>
                    </a:cubicBezTo>
                    <a:lnTo>
                      <a:pt x="487045" y="38100"/>
                    </a:lnTo>
                    <a:lnTo>
                      <a:pt x="487045" y="19050"/>
                    </a:lnTo>
                    <a:lnTo>
                      <a:pt x="487045" y="38100"/>
                    </a:lnTo>
                    <a:cubicBezTo>
                      <a:pt x="239014" y="38100"/>
                      <a:pt x="38100" y="238125"/>
                      <a:pt x="38100" y="4847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51" id="51"/>
            <p:cNvGrpSpPr/>
            <p:nvPr/>
          </p:nvGrpSpPr>
          <p:grpSpPr>
            <a:xfrm rot="0">
              <a:off x="196233" y="402208"/>
              <a:ext cx="1270000" cy="859284"/>
              <a:chOff x="0" y="0"/>
              <a:chExt cx="1270000" cy="859284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1270000" cy="859284"/>
              </a:xfrm>
              <a:custGeom>
                <a:avLst/>
                <a:gdLst/>
                <a:ahLst/>
                <a:cxnLst/>
                <a:rect r="r" b="b" t="t" l="l"/>
                <a:pathLst>
                  <a:path h="859284" w="1270000">
                    <a:moveTo>
                      <a:pt x="0" y="143163"/>
                    </a:moveTo>
                    <a:cubicBezTo>
                      <a:pt x="0" y="64139"/>
                      <a:pt x="53086" y="0"/>
                      <a:pt x="118491" y="0"/>
                    </a:cubicBezTo>
                    <a:lnTo>
                      <a:pt x="1151509" y="0"/>
                    </a:lnTo>
                    <a:cubicBezTo>
                      <a:pt x="1216914" y="0"/>
                      <a:pt x="1270000" y="64139"/>
                      <a:pt x="1270000" y="143163"/>
                    </a:cubicBezTo>
                    <a:lnTo>
                      <a:pt x="1270000" y="716121"/>
                    </a:lnTo>
                    <a:cubicBezTo>
                      <a:pt x="1270000" y="795145"/>
                      <a:pt x="1216914" y="859284"/>
                      <a:pt x="1151509" y="859284"/>
                    </a:cubicBezTo>
                    <a:lnTo>
                      <a:pt x="118491" y="859284"/>
                    </a:lnTo>
                    <a:cubicBezTo>
                      <a:pt x="53086" y="859284"/>
                      <a:pt x="0" y="795145"/>
                      <a:pt x="0" y="716121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0" y="0"/>
                <a:ext cx="1270000" cy="8592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00"/>
                  </a:lnSpc>
                </a:pPr>
                <a:r>
                  <a:rPr lang="en-US" sz="3000" b="true">
                    <a:solidFill>
                      <a:srgbClr val="7C3AED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ODM</a:t>
                </a:r>
              </a:p>
            </p:txBody>
          </p:sp>
        </p:grpSp>
        <p:sp>
          <p:nvSpPr>
            <p:cNvPr name="TextBox 54" id="54"/>
            <p:cNvSpPr txBox="true"/>
            <p:nvPr/>
          </p:nvSpPr>
          <p:spPr>
            <a:xfrm rot="0">
              <a:off x="1552041" y="457200"/>
              <a:ext cx="2946083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Mongoose</a:t>
              </a:r>
            </a:p>
          </p:txBody>
        </p:sp>
        <p:sp>
          <p:nvSpPr>
            <p:cNvPr name="TextBox 55" id="55"/>
            <p:cNvSpPr txBox="true"/>
            <p:nvPr/>
          </p:nvSpPr>
          <p:spPr>
            <a:xfrm rot="0">
              <a:off x="0" y="1436117"/>
              <a:ext cx="4669191" cy="1285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0"/>
                </a:lnSpc>
              </a:pPr>
              <a:r>
                <a:rPr lang="en-US" sz="32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Modelado y validación</a:t>
              </a:r>
            </a:p>
          </p:txBody>
        </p:sp>
        <p:grpSp>
          <p:nvGrpSpPr>
            <p:cNvPr name="Group 56" id="56"/>
            <p:cNvGrpSpPr/>
            <p:nvPr/>
          </p:nvGrpSpPr>
          <p:grpSpPr>
            <a:xfrm rot="0">
              <a:off x="5554045" y="0"/>
              <a:ext cx="4483100" cy="2832100"/>
              <a:chOff x="0" y="0"/>
              <a:chExt cx="4483100" cy="2832100"/>
            </a:xfrm>
          </p:grpSpPr>
          <p:sp>
            <p:nvSpPr>
              <p:cNvPr name="Freeform 57" id="57"/>
              <p:cNvSpPr/>
              <p:nvPr/>
            </p:nvSpPr>
            <p:spPr>
              <a:xfrm flipH="false" flipV="false" rot="0">
                <a:off x="19050" y="19050"/>
                <a:ext cx="4445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445000">
                    <a:moveTo>
                      <a:pt x="0" y="465709"/>
                    </a:moveTo>
                    <a:cubicBezTo>
                      <a:pt x="0" y="208534"/>
                      <a:pt x="209550" y="0"/>
                      <a:pt x="467995" y="0"/>
                    </a:cubicBezTo>
                    <a:lnTo>
                      <a:pt x="3977005" y="0"/>
                    </a:lnTo>
                    <a:cubicBezTo>
                      <a:pt x="4235450" y="0"/>
                      <a:pt x="4445000" y="208534"/>
                      <a:pt x="4445000" y="465709"/>
                    </a:cubicBezTo>
                    <a:lnTo>
                      <a:pt x="4445000" y="2328291"/>
                    </a:lnTo>
                    <a:cubicBezTo>
                      <a:pt x="4445000" y="2585466"/>
                      <a:pt x="4235450" y="2794000"/>
                      <a:pt x="3977005" y="2794000"/>
                    </a:cubicBezTo>
                    <a:lnTo>
                      <a:pt x="467995" y="2794000"/>
                    </a:lnTo>
                    <a:cubicBezTo>
                      <a:pt x="209550" y="2794000"/>
                      <a:pt x="0" y="2585466"/>
                      <a:pt x="0" y="232829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4483100" cy="2832100"/>
              </a:xfrm>
              <a:custGeom>
                <a:avLst/>
                <a:gdLst/>
                <a:ahLst/>
                <a:cxnLst/>
                <a:rect r="r" b="b" t="t" l="l"/>
                <a:pathLst>
                  <a:path h="2832100" w="4483100">
                    <a:moveTo>
                      <a:pt x="0" y="484759"/>
                    </a:moveTo>
                    <a:cubicBezTo>
                      <a:pt x="0" y="216916"/>
                      <a:pt x="218186" y="0"/>
                      <a:pt x="487045" y="0"/>
                    </a:cubicBezTo>
                    <a:lnTo>
                      <a:pt x="3996055" y="0"/>
                    </a:lnTo>
                    <a:lnTo>
                      <a:pt x="3996055" y="19050"/>
                    </a:lnTo>
                    <a:lnTo>
                      <a:pt x="3996055" y="0"/>
                    </a:lnTo>
                    <a:cubicBezTo>
                      <a:pt x="4264914" y="0"/>
                      <a:pt x="4483100" y="216916"/>
                      <a:pt x="4483100" y="484759"/>
                    </a:cubicBezTo>
                    <a:lnTo>
                      <a:pt x="4464050" y="484759"/>
                    </a:lnTo>
                    <a:lnTo>
                      <a:pt x="4483100" y="484759"/>
                    </a:lnTo>
                    <a:lnTo>
                      <a:pt x="4483100" y="2347341"/>
                    </a:lnTo>
                    <a:lnTo>
                      <a:pt x="4464050" y="2347341"/>
                    </a:lnTo>
                    <a:lnTo>
                      <a:pt x="4483100" y="2347341"/>
                    </a:lnTo>
                    <a:cubicBezTo>
                      <a:pt x="4483100" y="2615184"/>
                      <a:pt x="4264914" y="2832100"/>
                      <a:pt x="3996055" y="2832100"/>
                    </a:cubicBezTo>
                    <a:lnTo>
                      <a:pt x="3996055" y="2813050"/>
                    </a:lnTo>
                    <a:lnTo>
                      <a:pt x="3996055" y="2832100"/>
                    </a:lnTo>
                    <a:lnTo>
                      <a:pt x="487045" y="2832100"/>
                    </a:lnTo>
                    <a:lnTo>
                      <a:pt x="487045" y="2813050"/>
                    </a:lnTo>
                    <a:lnTo>
                      <a:pt x="487045" y="2832100"/>
                    </a:lnTo>
                    <a:cubicBezTo>
                      <a:pt x="218186" y="2832100"/>
                      <a:pt x="0" y="2615184"/>
                      <a:pt x="0" y="2347341"/>
                    </a:cubicBezTo>
                    <a:lnTo>
                      <a:pt x="0" y="484759"/>
                    </a:lnTo>
                    <a:lnTo>
                      <a:pt x="19050" y="484759"/>
                    </a:lnTo>
                    <a:lnTo>
                      <a:pt x="0" y="484759"/>
                    </a:lnTo>
                    <a:moveTo>
                      <a:pt x="38100" y="484759"/>
                    </a:moveTo>
                    <a:lnTo>
                      <a:pt x="38100" y="2347341"/>
                    </a:lnTo>
                    <a:lnTo>
                      <a:pt x="19050" y="2347341"/>
                    </a:lnTo>
                    <a:lnTo>
                      <a:pt x="38100" y="2347341"/>
                    </a:lnTo>
                    <a:cubicBezTo>
                      <a:pt x="38100" y="2593975"/>
                      <a:pt x="239014" y="2794000"/>
                      <a:pt x="487045" y="2794000"/>
                    </a:cubicBezTo>
                    <a:lnTo>
                      <a:pt x="3996055" y="2794000"/>
                    </a:lnTo>
                    <a:cubicBezTo>
                      <a:pt x="4244086" y="2794000"/>
                      <a:pt x="4445000" y="2593975"/>
                      <a:pt x="4445000" y="2347341"/>
                    </a:cubicBezTo>
                    <a:lnTo>
                      <a:pt x="4445000" y="484759"/>
                    </a:lnTo>
                    <a:cubicBezTo>
                      <a:pt x="4445000" y="238125"/>
                      <a:pt x="4244086" y="38100"/>
                      <a:pt x="3996055" y="38100"/>
                    </a:cubicBezTo>
                    <a:lnTo>
                      <a:pt x="487045" y="38100"/>
                    </a:lnTo>
                    <a:lnTo>
                      <a:pt x="487045" y="19050"/>
                    </a:lnTo>
                    <a:lnTo>
                      <a:pt x="487045" y="38100"/>
                    </a:lnTo>
                    <a:cubicBezTo>
                      <a:pt x="239014" y="38100"/>
                      <a:pt x="38100" y="238125"/>
                      <a:pt x="38100" y="4847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59" id="59"/>
            <p:cNvGrpSpPr/>
            <p:nvPr/>
          </p:nvGrpSpPr>
          <p:grpSpPr>
            <a:xfrm rot="0">
              <a:off x="5913614" y="408559"/>
              <a:ext cx="1130300" cy="846583"/>
              <a:chOff x="0" y="0"/>
              <a:chExt cx="1130300" cy="846583"/>
            </a:xfrm>
          </p:grpSpPr>
          <p:sp>
            <p:nvSpPr>
              <p:cNvPr name="Freeform 60" id="60"/>
              <p:cNvSpPr/>
              <p:nvPr/>
            </p:nvSpPr>
            <p:spPr>
              <a:xfrm flipH="false" flipV="false" rot="0">
                <a:off x="0" y="0"/>
                <a:ext cx="1130300" cy="846583"/>
              </a:xfrm>
              <a:custGeom>
                <a:avLst/>
                <a:gdLst/>
                <a:ahLst/>
                <a:cxnLst/>
                <a:rect r="r" b="b" t="t" l="l"/>
                <a:pathLst>
                  <a:path h="846583" w="1130300">
                    <a:moveTo>
                      <a:pt x="0" y="141047"/>
                    </a:moveTo>
                    <a:cubicBezTo>
                      <a:pt x="0" y="63191"/>
                      <a:pt x="47247" y="0"/>
                      <a:pt x="105457" y="0"/>
                    </a:cubicBezTo>
                    <a:lnTo>
                      <a:pt x="1024843" y="0"/>
                    </a:lnTo>
                    <a:cubicBezTo>
                      <a:pt x="1083053" y="0"/>
                      <a:pt x="1130300" y="63191"/>
                      <a:pt x="1130300" y="141047"/>
                    </a:cubicBezTo>
                    <a:lnTo>
                      <a:pt x="1130300" y="705536"/>
                    </a:lnTo>
                    <a:cubicBezTo>
                      <a:pt x="1130300" y="783391"/>
                      <a:pt x="1083053" y="846583"/>
                      <a:pt x="1024843" y="846583"/>
                    </a:cubicBezTo>
                    <a:lnTo>
                      <a:pt x="105457" y="846583"/>
                    </a:lnTo>
                    <a:cubicBezTo>
                      <a:pt x="47247" y="846583"/>
                      <a:pt x="0" y="783391"/>
                      <a:pt x="0" y="705536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61" id="61"/>
              <p:cNvSpPr txBox="true"/>
              <p:nvPr/>
            </p:nvSpPr>
            <p:spPr>
              <a:xfrm>
                <a:off x="0" y="9525"/>
                <a:ext cx="1130300" cy="83705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599"/>
                  </a:lnSpc>
                </a:pPr>
                <a:r>
                  <a:rPr lang="en-US" sz="2999" b="true">
                    <a:solidFill>
                      <a:srgbClr val="10B981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CSS</a:t>
                </a:r>
              </a:p>
            </p:txBody>
          </p:sp>
        </p:grpSp>
        <p:sp>
          <p:nvSpPr>
            <p:cNvPr name="TextBox 62" id="62"/>
            <p:cNvSpPr txBox="true"/>
            <p:nvPr/>
          </p:nvSpPr>
          <p:spPr>
            <a:xfrm rot="0">
              <a:off x="7298481" y="457200"/>
              <a:ext cx="2465615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Tailwind</a:t>
              </a:r>
            </a:p>
          </p:txBody>
        </p:sp>
        <p:sp>
          <p:nvSpPr>
            <p:cNvPr name="TextBox 63" id="63"/>
            <p:cNvSpPr txBox="true"/>
            <p:nvPr/>
          </p:nvSpPr>
          <p:spPr>
            <a:xfrm rot="0">
              <a:off x="5757867" y="1436117"/>
              <a:ext cx="4075457" cy="1285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0"/>
                </a:lnSpc>
              </a:pPr>
              <a:r>
                <a:rPr lang="en-US" sz="32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Diseño responsive</a:t>
              </a:r>
            </a:p>
          </p:txBody>
        </p:sp>
        <p:grpSp>
          <p:nvGrpSpPr>
            <p:cNvPr name="Group 64" id="64"/>
            <p:cNvGrpSpPr/>
            <p:nvPr/>
          </p:nvGrpSpPr>
          <p:grpSpPr>
            <a:xfrm rot="0">
              <a:off x="11015045" y="0"/>
              <a:ext cx="4483100" cy="2832100"/>
              <a:chOff x="0" y="0"/>
              <a:chExt cx="4483100" cy="2832100"/>
            </a:xfrm>
          </p:grpSpPr>
          <p:sp>
            <p:nvSpPr>
              <p:cNvPr name="Freeform 65" id="65"/>
              <p:cNvSpPr/>
              <p:nvPr/>
            </p:nvSpPr>
            <p:spPr>
              <a:xfrm flipH="false" flipV="false" rot="0">
                <a:off x="19050" y="19050"/>
                <a:ext cx="4445000" cy="2794000"/>
              </a:xfrm>
              <a:custGeom>
                <a:avLst/>
                <a:gdLst/>
                <a:ahLst/>
                <a:cxnLst/>
                <a:rect r="r" b="b" t="t" l="l"/>
                <a:pathLst>
                  <a:path h="2794000" w="4445000">
                    <a:moveTo>
                      <a:pt x="0" y="465709"/>
                    </a:moveTo>
                    <a:cubicBezTo>
                      <a:pt x="0" y="208534"/>
                      <a:pt x="209550" y="0"/>
                      <a:pt x="467995" y="0"/>
                    </a:cubicBezTo>
                    <a:lnTo>
                      <a:pt x="3977005" y="0"/>
                    </a:lnTo>
                    <a:cubicBezTo>
                      <a:pt x="4235450" y="0"/>
                      <a:pt x="4445000" y="208534"/>
                      <a:pt x="4445000" y="465709"/>
                    </a:cubicBezTo>
                    <a:lnTo>
                      <a:pt x="4445000" y="2328291"/>
                    </a:lnTo>
                    <a:cubicBezTo>
                      <a:pt x="4445000" y="2585466"/>
                      <a:pt x="4235450" y="2794000"/>
                      <a:pt x="3977005" y="2794000"/>
                    </a:cubicBezTo>
                    <a:lnTo>
                      <a:pt x="467995" y="2794000"/>
                    </a:lnTo>
                    <a:cubicBezTo>
                      <a:pt x="209550" y="2794000"/>
                      <a:pt x="0" y="2585466"/>
                      <a:pt x="0" y="232829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66" id="66"/>
              <p:cNvSpPr/>
              <p:nvPr/>
            </p:nvSpPr>
            <p:spPr>
              <a:xfrm flipH="false" flipV="false" rot="0">
                <a:off x="0" y="0"/>
                <a:ext cx="4483100" cy="2832100"/>
              </a:xfrm>
              <a:custGeom>
                <a:avLst/>
                <a:gdLst/>
                <a:ahLst/>
                <a:cxnLst/>
                <a:rect r="r" b="b" t="t" l="l"/>
                <a:pathLst>
                  <a:path h="2832100" w="4483100">
                    <a:moveTo>
                      <a:pt x="0" y="484759"/>
                    </a:moveTo>
                    <a:cubicBezTo>
                      <a:pt x="0" y="216916"/>
                      <a:pt x="218186" y="0"/>
                      <a:pt x="487045" y="0"/>
                    </a:cubicBezTo>
                    <a:lnTo>
                      <a:pt x="3996055" y="0"/>
                    </a:lnTo>
                    <a:lnTo>
                      <a:pt x="3996055" y="19050"/>
                    </a:lnTo>
                    <a:lnTo>
                      <a:pt x="3996055" y="0"/>
                    </a:lnTo>
                    <a:cubicBezTo>
                      <a:pt x="4264914" y="0"/>
                      <a:pt x="4483100" y="216916"/>
                      <a:pt x="4483100" y="484759"/>
                    </a:cubicBezTo>
                    <a:lnTo>
                      <a:pt x="4464050" y="484759"/>
                    </a:lnTo>
                    <a:lnTo>
                      <a:pt x="4483100" y="484759"/>
                    </a:lnTo>
                    <a:lnTo>
                      <a:pt x="4483100" y="2347341"/>
                    </a:lnTo>
                    <a:lnTo>
                      <a:pt x="4464050" y="2347341"/>
                    </a:lnTo>
                    <a:lnTo>
                      <a:pt x="4483100" y="2347341"/>
                    </a:lnTo>
                    <a:cubicBezTo>
                      <a:pt x="4483100" y="2615184"/>
                      <a:pt x="4264914" y="2832100"/>
                      <a:pt x="3996055" y="2832100"/>
                    </a:cubicBezTo>
                    <a:lnTo>
                      <a:pt x="3996055" y="2813050"/>
                    </a:lnTo>
                    <a:lnTo>
                      <a:pt x="3996055" y="2832100"/>
                    </a:lnTo>
                    <a:lnTo>
                      <a:pt x="487045" y="2832100"/>
                    </a:lnTo>
                    <a:lnTo>
                      <a:pt x="487045" y="2813050"/>
                    </a:lnTo>
                    <a:lnTo>
                      <a:pt x="487045" y="2832100"/>
                    </a:lnTo>
                    <a:cubicBezTo>
                      <a:pt x="218186" y="2832100"/>
                      <a:pt x="0" y="2615184"/>
                      <a:pt x="0" y="2347341"/>
                    </a:cubicBezTo>
                    <a:lnTo>
                      <a:pt x="0" y="484759"/>
                    </a:lnTo>
                    <a:lnTo>
                      <a:pt x="19050" y="484759"/>
                    </a:lnTo>
                    <a:lnTo>
                      <a:pt x="0" y="484759"/>
                    </a:lnTo>
                    <a:moveTo>
                      <a:pt x="38100" y="484759"/>
                    </a:moveTo>
                    <a:lnTo>
                      <a:pt x="38100" y="2347341"/>
                    </a:lnTo>
                    <a:lnTo>
                      <a:pt x="19050" y="2347341"/>
                    </a:lnTo>
                    <a:lnTo>
                      <a:pt x="38100" y="2347341"/>
                    </a:lnTo>
                    <a:cubicBezTo>
                      <a:pt x="38100" y="2593975"/>
                      <a:pt x="239014" y="2794000"/>
                      <a:pt x="487045" y="2794000"/>
                    </a:cubicBezTo>
                    <a:lnTo>
                      <a:pt x="3996055" y="2794000"/>
                    </a:lnTo>
                    <a:cubicBezTo>
                      <a:pt x="4244086" y="2794000"/>
                      <a:pt x="4445000" y="2593975"/>
                      <a:pt x="4445000" y="2347341"/>
                    </a:cubicBezTo>
                    <a:lnTo>
                      <a:pt x="4445000" y="484759"/>
                    </a:lnTo>
                    <a:cubicBezTo>
                      <a:pt x="4445000" y="238125"/>
                      <a:pt x="4244086" y="38100"/>
                      <a:pt x="3996055" y="38100"/>
                    </a:cubicBezTo>
                    <a:lnTo>
                      <a:pt x="487045" y="38100"/>
                    </a:lnTo>
                    <a:lnTo>
                      <a:pt x="487045" y="19050"/>
                    </a:lnTo>
                    <a:lnTo>
                      <a:pt x="487045" y="38100"/>
                    </a:lnTo>
                    <a:cubicBezTo>
                      <a:pt x="239014" y="38100"/>
                      <a:pt x="38100" y="238125"/>
                      <a:pt x="38100" y="4847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67" id="67"/>
            <p:cNvGrpSpPr/>
            <p:nvPr/>
          </p:nvGrpSpPr>
          <p:grpSpPr>
            <a:xfrm rot="0">
              <a:off x="11151628" y="402208"/>
              <a:ext cx="1270000" cy="859284"/>
              <a:chOff x="0" y="0"/>
              <a:chExt cx="1270000" cy="859284"/>
            </a:xfrm>
          </p:grpSpPr>
          <p:sp>
            <p:nvSpPr>
              <p:cNvPr name="Freeform 68" id="68"/>
              <p:cNvSpPr/>
              <p:nvPr/>
            </p:nvSpPr>
            <p:spPr>
              <a:xfrm flipH="false" flipV="false" rot="0">
                <a:off x="0" y="0"/>
                <a:ext cx="1270000" cy="859284"/>
              </a:xfrm>
              <a:custGeom>
                <a:avLst/>
                <a:gdLst/>
                <a:ahLst/>
                <a:cxnLst/>
                <a:rect r="r" b="b" t="t" l="l"/>
                <a:pathLst>
                  <a:path h="859284" w="1270000">
                    <a:moveTo>
                      <a:pt x="0" y="143163"/>
                    </a:moveTo>
                    <a:cubicBezTo>
                      <a:pt x="0" y="64139"/>
                      <a:pt x="53086" y="0"/>
                      <a:pt x="118491" y="0"/>
                    </a:cubicBezTo>
                    <a:lnTo>
                      <a:pt x="1151509" y="0"/>
                    </a:lnTo>
                    <a:cubicBezTo>
                      <a:pt x="1216914" y="0"/>
                      <a:pt x="1270000" y="64139"/>
                      <a:pt x="1270000" y="143163"/>
                    </a:cubicBezTo>
                    <a:lnTo>
                      <a:pt x="1270000" y="716121"/>
                    </a:lnTo>
                    <a:cubicBezTo>
                      <a:pt x="1270000" y="795145"/>
                      <a:pt x="1216914" y="859284"/>
                      <a:pt x="1151509" y="859284"/>
                    </a:cubicBezTo>
                    <a:lnTo>
                      <a:pt x="118491" y="859284"/>
                    </a:lnTo>
                    <a:cubicBezTo>
                      <a:pt x="53086" y="859284"/>
                      <a:pt x="0" y="795145"/>
                      <a:pt x="0" y="716121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69" id="69"/>
              <p:cNvSpPr txBox="true"/>
              <p:nvPr/>
            </p:nvSpPr>
            <p:spPr>
              <a:xfrm>
                <a:off x="0" y="0"/>
                <a:ext cx="1270000" cy="8592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00"/>
                  </a:lnSpc>
                </a:pPr>
                <a:r>
                  <a:rPr lang="en-US" sz="3000" b="true">
                    <a:solidFill>
                      <a:srgbClr val="7C3AED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SEC</a:t>
                </a:r>
              </a:p>
            </p:txBody>
          </p:sp>
        </p:grpSp>
        <p:sp>
          <p:nvSpPr>
            <p:cNvPr name="TextBox 70" id="70"/>
            <p:cNvSpPr txBox="true"/>
            <p:nvPr/>
          </p:nvSpPr>
          <p:spPr>
            <a:xfrm rot="0">
              <a:off x="12558095" y="457200"/>
              <a:ext cx="2793841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JWT + Zod</a:t>
              </a:r>
            </a:p>
          </p:txBody>
        </p:sp>
        <p:sp>
          <p:nvSpPr>
            <p:cNvPr name="TextBox 71" id="71"/>
            <p:cNvSpPr txBox="true"/>
            <p:nvPr/>
          </p:nvSpPr>
          <p:spPr>
            <a:xfrm rot="0">
              <a:off x="11478595" y="1436117"/>
              <a:ext cx="3556000" cy="1285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0"/>
                </a:lnSpc>
              </a:pPr>
              <a:r>
                <a:rPr lang="en-US" sz="32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Seguridad y validación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7750" y="666750"/>
            <a:ext cx="1104900" cy="533400"/>
            <a:chOff x="0" y="0"/>
            <a:chExt cx="1473200" cy="711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3200" cy="711200"/>
            </a:xfrm>
            <a:custGeom>
              <a:avLst/>
              <a:gdLst/>
              <a:ahLst/>
              <a:cxnLst/>
              <a:rect r="r" b="b" t="t" l="l"/>
              <a:pathLst>
                <a:path h="711200" w="1473200">
                  <a:moveTo>
                    <a:pt x="0" y="118491"/>
                  </a:moveTo>
                  <a:cubicBezTo>
                    <a:pt x="0" y="53086"/>
                    <a:pt x="53086" y="0"/>
                    <a:pt x="118491" y="0"/>
                  </a:cubicBezTo>
                  <a:lnTo>
                    <a:pt x="1354582" y="0"/>
                  </a:lnTo>
                  <a:cubicBezTo>
                    <a:pt x="1420114" y="0"/>
                    <a:pt x="1473200" y="53086"/>
                    <a:pt x="1473200" y="118491"/>
                  </a:cubicBezTo>
                  <a:lnTo>
                    <a:pt x="1473200" y="592709"/>
                  </a:lnTo>
                  <a:cubicBezTo>
                    <a:pt x="1473200" y="658114"/>
                    <a:pt x="1420114" y="711200"/>
                    <a:pt x="1354709" y="711200"/>
                  </a:cubicBezTo>
                  <a:lnTo>
                    <a:pt x="118491" y="711200"/>
                  </a:lnTo>
                  <a:cubicBezTo>
                    <a:pt x="53086" y="711200"/>
                    <a:pt x="0" y="658114"/>
                    <a:pt x="0" y="592709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73200" cy="711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06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47750" y="1362075"/>
            <a:ext cx="14478000" cy="794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sz="51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Modelo de datos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47750" y="2287891"/>
            <a:ext cx="16228219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El sistema se apoya en siete colecciones principales conectadas mediante referencias.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5781437" y="0"/>
            <a:ext cx="6725126" cy="10287000"/>
          </a:xfrm>
          <a:custGeom>
            <a:avLst/>
            <a:gdLst/>
            <a:ahLst/>
            <a:cxnLst/>
            <a:rect r="r" b="b" t="t" l="l"/>
            <a:pathLst>
              <a:path h="10287000" w="6725126">
                <a:moveTo>
                  <a:pt x="0" y="0"/>
                </a:moveTo>
                <a:lnTo>
                  <a:pt x="6725126" y="0"/>
                </a:lnTo>
                <a:lnTo>
                  <a:pt x="672512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fade/>
  </p:transition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7750" y="666750"/>
            <a:ext cx="1104900" cy="533400"/>
            <a:chOff x="0" y="0"/>
            <a:chExt cx="1473200" cy="711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3200" cy="711200"/>
            </a:xfrm>
            <a:custGeom>
              <a:avLst/>
              <a:gdLst/>
              <a:ahLst/>
              <a:cxnLst/>
              <a:rect r="r" b="b" t="t" l="l"/>
              <a:pathLst>
                <a:path h="711200" w="1473200">
                  <a:moveTo>
                    <a:pt x="0" y="118491"/>
                  </a:moveTo>
                  <a:cubicBezTo>
                    <a:pt x="0" y="53086"/>
                    <a:pt x="53086" y="0"/>
                    <a:pt x="118491" y="0"/>
                  </a:cubicBezTo>
                  <a:lnTo>
                    <a:pt x="1354582" y="0"/>
                  </a:lnTo>
                  <a:cubicBezTo>
                    <a:pt x="1420114" y="0"/>
                    <a:pt x="1473200" y="53086"/>
                    <a:pt x="1473200" y="118491"/>
                  </a:cubicBezTo>
                  <a:lnTo>
                    <a:pt x="1473200" y="592709"/>
                  </a:lnTo>
                  <a:cubicBezTo>
                    <a:pt x="1473200" y="658114"/>
                    <a:pt x="1420114" y="711200"/>
                    <a:pt x="1354709" y="711200"/>
                  </a:cubicBezTo>
                  <a:lnTo>
                    <a:pt x="118491" y="711200"/>
                  </a:lnTo>
                  <a:cubicBezTo>
                    <a:pt x="53086" y="711200"/>
                    <a:pt x="0" y="658114"/>
                    <a:pt x="0" y="592709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73200" cy="711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07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47750" y="1362075"/>
            <a:ext cx="14478000" cy="794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sz="51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Motor de disponibilidad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04900" y="2381250"/>
            <a:ext cx="15636003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Es el componente clave: calcula huecos libres en tiempo real y evita solapamientos.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995488" y="3531394"/>
            <a:ext cx="1247775" cy="1247775"/>
            <a:chOff x="0" y="0"/>
            <a:chExt cx="1663700" cy="16637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9050" y="19050"/>
              <a:ext cx="16256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1625600">
                  <a:moveTo>
                    <a:pt x="0" y="812800"/>
                  </a:moveTo>
                  <a:cubicBezTo>
                    <a:pt x="0" y="363855"/>
                    <a:pt x="363855" y="0"/>
                    <a:pt x="812800" y="0"/>
                  </a:cubicBezTo>
                  <a:cubicBezTo>
                    <a:pt x="1261745" y="0"/>
                    <a:pt x="1625600" y="363855"/>
                    <a:pt x="1625600" y="812800"/>
                  </a:cubicBezTo>
                  <a:cubicBezTo>
                    <a:pt x="1625600" y="1261745"/>
                    <a:pt x="1261745" y="1625600"/>
                    <a:pt x="812800" y="1625600"/>
                  </a:cubicBezTo>
                  <a:cubicBezTo>
                    <a:pt x="363855" y="1625600"/>
                    <a:pt x="0" y="1261745"/>
                    <a:pt x="0" y="8128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663700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3700">
                  <a:moveTo>
                    <a:pt x="0" y="831850"/>
                  </a:moveTo>
                  <a:cubicBezTo>
                    <a:pt x="0" y="372491"/>
                    <a:pt x="372491" y="0"/>
                    <a:pt x="831850" y="0"/>
                  </a:cubicBezTo>
                  <a:lnTo>
                    <a:pt x="831850" y="19050"/>
                  </a:lnTo>
                  <a:lnTo>
                    <a:pt x="831850" y="0"/>
                  </a:lnTo>
                  <a:cubicBezTo>
                    <a:pt x="1291209" y="0"/>
                    <a:pt x="1663700" y="372491"/>
                    <a:pt x="1663700" y="831850"/>
                  </a:cubicBezTo>
                  <a:lnTo>
                    <a:pt x="1644650" y="831850"/>
                  </a:lnTo>
                  <a:lnTo>
                    <a:pt x="1663700" y="831850"/>
                  </a:lnTo>
                  <a:cubicBezTo>
                    <a:pt x="1663700" y="1291209"/>
                    <a:pt x="1291209" y="1663700"/>
                    <a:pt x="831850" y="1663700"/>
                  </a:cubicBezTo>
                  <a:lnTo>
                    <a:pt x="831850" y="1644650"/>
                  </a:lnTo>
                  <a:lnTo>
                    <a:pt x="831850" y="1663700"/>
                  </a:lnTo>
                  <a:cubicBezTo>
                    <a:pt x="372491" y="1663700"/>
                    <a:pt x="0" y="1291209"/>
                    <a:pt x="0" y="831850"/>
                  </a:cubicBezTo>
                  <a:lnTo>
                    <a:pt x="19050" y="831850"/>
                  </a:lnTo>
                  <a:lnTo>
                    <a:pt x="35179" y="842010"/>
                  </a:lnTo>
                  <a:cubicBezTo>
                    <a:pt x="30607" y="849122"/>
                    <a:pt x="21971" y="852424"/>
                    <a:pt x="13716" y="850138"/>
                  </a:cubicBezTo>
                  <a:cubicBezTo>
                    <a:pt x="5461" y="847852"/>
                    <a:pt x="0" y="840359"/>
                    <a:pt x="0" y="831850"/>
                  </a:cubicBezTo>
                  <a:moveTo>
                    <a:pt x="38100" y="831850"/>
                  </a:moveTo>
                  <a:lnTo>
                    <a:pt x="19050" y="831850"/>
                  </a:lnTo>
                  <a:lnTo>
                    <a:pt x="2921" y="821690"/>
                  </a:lnTo>
                  <a:cubicBezTo>
                    <a:pt x="7493" y="814578"/>
                    <a:pt x="16129" y="811276"/>
                    <a:pt x="24384" y="813562"/>
                  </a:cubicBezTo>
                  <a:cubicBezTo>
                    <a:pt x="32639" y="815848"/>
                    <a:pt x="38100" y="823341"/>
                    <a:pt x="38100" y="831850"/>
                  </a:cubicBezTo>
                  <a:cubicBezTo>
                    <a:pt x="38100" y="1270254"/>
                    <a:pt x="393446" y="1625600"/>
                    <a:pt x="831850" y="1625600"/>
                  </a:cubicBezTo>
                  <a:cubicBezTo>
                    <a:pt x="1270254" y="1625600"/>
                    <a:pt x="1625600" y="1270254"/>
                    <a:pt x="1625600" y="831850"/>
                  </a:cubicBezTo>
                  <a:cubicBezTo>
                    <a:pt x="1625600" y="393446"/>
                    <a:pt x="1270254" y="38100"/>
                    <a:pt x="831850" y="38100"/>
                  </a:cubicBezTo>
                  <a:lnTo>
                    <a:pt x="831850" y="19050"/>
                  </a:lnTo>
                  <a:lnTo>
                    <a:pt x="831850" y="38100"/>
                  </a:lnTo>
                  <a:cubicBezTo>
                    <a:pt x="393446" y="38100"/>
                    <a:pt x="38100" y="393446"/>
                    <a:pt x="38100" y="8318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1663700" cy="166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1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755934" y="5022999"/>
            <a:ext cx="1726883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9"/>
              </a:lnSpc>
            </a:pPr>
            <a:r>
              <a:rPr lang="en-US" sz="3699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Servicio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52500" y="5695950"/>
            <a:ext cx="333375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Identifica servicio solicitado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5329238" y="3531394"/>
            <a:ext cx="1247775" cy="1247775"/>
            <a:chOff x="0" y="0"/>
            <a:chExt cx="1663700" cy="16637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19050" y="19050"/>
              <a:ext cx="16256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1625600">
                  <a:moveTo>
                    <a:pt x="0" y="812800"/>
                  </a:moveTo>
                  <a:cubicBezTo>
                    <a:pt x="0" y="363855"/>
                    <a:pt x="363855" y="0"/>
                    <a:pt x="812800" y="0"/>
                  </a:cubicBezTo>
                  <a:cubicBezTo>
                    <a:pt x="1261745" y="0"/>
                    <a:pt x="1625600" y="363855"/>
                    <a:pt x="1625600" y="812800"/>
                  </a:cubicBezTo>
                  <a:cubicBezTo>
                    <a:pt x="1625600" y="1261745"/>
                    <a:pt x="1261745" y="1625600"/>
                    <a:pt x="812800" y="1625600"/>
                  </a:cubicBezTo>
                  <a:cubicBezTo>
                    <a:pt x="363855" y="1625600"/>
                    <a:pt x="0" y="1261745"/>
                    <a:pt x="0" y="8128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663700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3700">
                  <a:moveTo>
                    <a:pt x="0" y="831850"/>
                  </a:moveTo>
                  <a:cubicBezTo>
                    <a:pt x="0" y="372491"/>
                    <a:pt x="372491" y="0"/>
                    <a:pt x="831850" y="0"/>
                  </a:cubicBezTo>
                  <a:lnTo>
                    <a:pt x="831850" y="19050"/>
                  </a:lnTo>
                  <a:lnTo>
                    <a:pt x="831850" y="0"/>
                  </a:lnTo>
                  <a:cubicBezTo>
                    <a:pt x="1291209" y="0"/>
                    <a:pt x="1663700" y="372491"/>
                    <a:pt x="1663700" y="831850"/>
                  </a:cubicBezTo>
                  <a:lnTo>
                    <a:pt x="1644650" y="831850"/>
                  </a:lnTo>
                  <a:lnTo>
                    <a:pt x="1663700" y="831850"/>
                  </a:lnTo>
                  <a:cubicBezTo>
                    <a:pt x="1663700" y="1291209"/>
                    <a:pt x="1291209" y="1663700"/>
                    <a:pt x="831850" y="1663700"/>
                  </a:cubicBezTo>
                  <a:lnTo>
                    <a:pt x="831850" y="1644650"/>
                  </a:lnTo>
                  <a:lnTo>
                    <a:pt x="831850" y="1663700"/>
                  </a:lnTo>
                  <a:cubicBezTo>
                    <a:pt x="372491" y="1663700"/>
                    <a:pt x="0" y="1291209"/>
                    <a:pt x="0" y="831850"/>
                  </a:cubicBezTo>
                  <a:lnTo>
                    <a:pt x="19050" y="831850"/>
                  </a:lnTo>
                  <a:lnTo>
                    <a:pt x="35179" y="842010"/>
                  </a:lnTo>
                  <a:cubicBezTo>
                    <a:pt x="30607" y="849122"/>
                    <a:pt x="21971" y="852424"/>
                    <a:pt x="13716" y="850138"/>
                  </a:cubicBezTo>
                  <a:cubicBezTo>
                    <a:pt x="5461" y="847852"/>
                    <a:pt x="0" y="840359"/>
                    <a:pt x="0" y="831850"/>
                  </a:cubicBezTo>
                  <a:moveTo>
                    <a:pt x="38100" y="831850"/>
                  </a:moveTo>
                  <a:lnTo>
                    <a:pt x="19050" y="831850"/>
                  </a:lnTo>
                  <a:lnTo>
                    <a:pt x="2921" y="821690"/>
                  </a:lnTo>
                  <a:cubicBezTo>
                    <a:pt x="7493" y="814578"/>
                    <a:pt x="16129" y="811276"/>
                    <a:pt x="24384" y="813562"/>
                  </a:cubicBezTo>
                  <a:cubicBezTo>
                    <a:pt x="32639" y="815848"/>
                    <a:pt x="38100" y="823341"/>
                    <a:pt x="38100" y="831850"/>
                  </a:cubicBezTo>
                  <a:cubicBezTo>
                    <a:pt x="38100" y="1270254"/>
                    <a:pt x="393446" y="1625600"/>
                    <a:pt x="831850" y="1625600"/>
                  </a:cubicBezTo>
                  <a:cubicBezTo>
                    <a:pt x="1270254" y="1625600"/>
                    <a:pt x="1625600" y="1270254"/>
                    <a:pt x="1625600" y="831850"/>
                  </a:cubicBezTo>
                  <a:cubicBezTo>
                    <a:pt x="1625600" y="393446"/>
                    <a:pt x="1270254" y="38100"/>
                    <a:pt x="831850" y="38100"/>
                  </a:cubicBezTo>
                  <a:lnTo>
                    <a:pt x="831850" y="19050"/>
                  </a:lnTo>
                  <a:lnTo>
                    <a:pt x="831850" y="38100"/>
                  </a:lnTo>
                  <a:cubicBezTo>
                    <a:pt x="393446" y="38100"/>
                    <a:pt x="38100" y="393446"/>
                    <a:pt x="38100" y="8318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0"/>
              <a:ext cx="1663700" cy="166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10B98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2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4474369" y="5022999"/>
            <a:ext cx="2957512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9"/>
              </a:lnSpc>
            </a:pPr>
            <a:r>
              <a:rPr lang="en-US" sz="3699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Profesionales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288190" y="5695950"/>
            <a:ext cx="332987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Filtra quién puede realizarlo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8662988" y="3531394"/>
            <a:ext cx="1247775" cy="1247775"/>
            <a:chOff x="0" y="0"/>
            <a:chExt cx="1663700" cy="16637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19050" y="19050"/>
              <a:ext cx="16256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1625600">
                  <a:moveTo>
                    <a:pt x="0" y="812800"/>
                  </a:moveTo>
                  <a:cubicBezTo>
                    <a:pt x="0" y="363855"/>
                    <a:pt x="363855" y="0"/>
                    <a:pt x="812800" y="0"/>
                  </a:cubicBezTo>
                  <a:cubicBezTo>
                    <a:pt x="1261745" y="0"/>
                    <a:pt x="1625600" y="363855"/>
                    <a:pt x="1625600" y="812800"/>
                  </a:cubicBezTo>
                  <a:cubicBezTo>
                    <a:pt x="1625600" y="1261745"/>
                    <a:pt x="1261745" y="1625600"/>
                    <a:pt x="812800" y="1625600"/>
                  </a:cubicBezTo>
                  <a:cubicBezTo>
                    <a:pt x="363855" y="1625600"/>
                    <a:pt x="0" y="1261745"/>
                    <a:pt x="0" y="8128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663700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3700">
                  <a:moveTo>
                    <a:pt x="0" y="831850"/>
                  </a:moveTo>
                  <a:cubicBezTo>
                    <a:pt x="0" y="372491"/>
                    <a:pt x="372491" y="0"/>
                    <a:pt x="831850" y="0"/>
                  </a:cubicBezTo>
                  <a:lnTo>
                    <a:pt x="831850" y="19050"/>
                  </a:lnTo>
                  <a:lnTo>
                    <a:pt x="831850" y="0"/>
                  </a:lnTo>
                  <a:cubicBezTo>
                    <a:pt x="1291209" y="0"/>
                    <a:pt x="1663700" y="372491"/>
                    <a:pt x="1663700" y="831850"/>
                  </a:cubicBezTo>
                  <a:lnTo>
                    <a:pt x="1644650" y="831850"/>
                  </a:lnTo>
                  <a:lnTo>
                    <a:pt x="1663700" y="831850"/>
                  </a:lnTo>
                  <a:cubicBezTo>
                    <a:pt x="1663700" y="1291209"/>
                    <a:pt x="1291209" y="1663700"/>
                    <a:pt x="831850" y="1663700"/>
                  </a:cubicBezTo>
                  <a:lnTo>
                    <a:pt x="831850" y="1644650"/>
                  </a:lnTo>
                  <a:lnTo>
                    <a:pt x="831850" y="1663700"/>
                  </a:lnTo>
                  <a:cubicBezTo>
                    <a:pt x="372491" y="1663700"/>
                    <a:pt x="0" y="1291209"/>
                    <a:pt x="0" y="831850"/>
                  </a:cubicBezTo>
                  <a:lnTo>
                    <a:pt x="19050" y="831850"/>
                  </a:lnTo>
                  <a:lnTo>
                    <a:pt x="35179" y="842010"/>
                  </a:lnTo>
                  <a:cubicBezTo>
                    <a:pt x="30607" y="849122"/>
                    <a:pt x="21971" y="852424"/>
                    <a:pt x="13716" y="850138"/>
                  </a:cubicBezTo>
                  <a:cubicBezTo>
                    <a:pt x="5461" y="847852"/>
                    <a:pt x="0" y="840359"/>
                    <a:pt x="0" y="831850"/>
                  </a:cubicBezTo>
                  <a:moveTo>
                    <a:pt x="38100" y="831850"/>
                  </a:moveTo>
                  <a:lnTo>
                    <a:pt x="19050" y="831850"/>
                  </a:lnTo>
                  <a:lnTo>
                    <a:pt x="2921" y="821690"/>
                  </a:lnTo>
                  <a:cubicBezTo>
                    <a:pt x="7493" y="814578"/>
                    <a:pt x="16129" y="811276"/>
                    <a:pt x="24384" y="813562"/>
                  </a:cubicBezTo>
                  <a:cubicBezTo>
                    <a:pt x="32639" y="815848"/>
                    <a:pt x="38100" y="823341"/>
                    <a:pt x="38100" y="831850"/>
                  </a:cubicBezTo>
                  <a:cubicBezTo>
                    <a:pt x="38100" y="1270254"/>
                    <a:pt x="393446" y="1625600"/>
                    <a:pt x="831850" y="1625600"/>
                  </a:cubicBezTo>
                  <a:cubicBezTo>
                    <a:pt x="1270254" y="1625600"/>
                    <a:pt x="1625600" y="1270254"/>
                    <a:pt x="1625600" y="831850"/>
                  </a:cubicBezTo>
                  <a:cubicBezTo>
                    <a:pt x="1625600" y="393446"/>
                    <a:pt x="1270254" y="38100"/>
                    <a:pt x="831850" y="38100"/>
                  </a:cubicBezTo>
                  <a:lnTo>
                    <a:pt x="831850" y="19050"/>
                  </a:lnTo>
                  <a:lnTo>
                    <a:pt x="831850" y="38100"/>
                  </a:lnTo>
                  <a:cubicBezTo>
                    <a:pt x="393446" y="38100"/>
                    <a:pt x="38100" y="393446"/>
                    <a:pt x="38100" y="8318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1663700" cy="166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3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8480227" y="5022999"/>
            <a:ext cx="1613297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9"/>
              </a:lnSpc>
            </a:pPr>
            <a:r>
              <a:rPr lang="en-US" sz="3699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Horario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905750" y="5695950"/>
            <a:ext cx="276225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Genera slots según jornada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1996738" y="3531394"/>
            <a:ext cx="1247775" cy="1247775"/>
            <a:chOff x="0" y="0"/>
            <a:chExt cx="1663700" cy="16637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19050" y="19050"/>
              <a:ext cx="16256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1625600">
                  <a:moveTo>
                    <a:pt x="0" y="812800"/>
                  </a:moveTo>
                  <a:cubicBezTo>
                    <a:pt x="0" y="363855"/>
                    <a:pt x="363855" y="0"/>
                    <a:pt x="812800" y="0"/>
                  </a:cubicBezTo>
                  <a:cubicBezTo>
                    <a:pt x="1261745" y="0"/>
                    <a:pt x="1625600" y="363855"/>
                    <a:pt x="1625600" y="812800"/>
                  </a:cubicBezTo>
                  <a:cubicBezTo>
                    <a:pt x="1625600" y="1261745"/>
                    <a:pt x="1261745" y="1625600"/>
                    <a:pt x="812800" y="1625600"/>
                  </a:cubicBezTo>
                  <a:cubicBezTo>
                    <a:pt x="363855" y="1625600"/>
                    <a:pt x="0" y="1261745"/>
                    <a:pt x="0" y="8128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663700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3700">
                  <a:moveTo>
                    <a:pt x="0" y="831850"/>
                  </a:moveTo>
                  <a:cubicBezTo>
                    <a:pt x="0" y="372491"/>
                    <a:pt x="372491" y="0"/>
                    <a:pt x="831850" y="0"/>
                  </a:cubicBezTo>
                  <a:lnTo>
                    <a:pt x="831850" y="19050"/>
                  </a:lnTo>
                  <a:lnTo>
                    <a:pt x="831850" y="0"/>
                  </a:lnTo>
                  <a:cubicBezTo>
                    <a:pt x="1291209" y="0"/>
                    <a:pt x="1663700" y="372491"/>
                    <a:pt x="1663700" y="831850"/>
                  </a:cubicBezTo>
                  <a:lnTo>
                    <a:pt x="1644650" y="831850"/>
                  </a:lnTo>
                  <a:lnTo>
                    <a:pt x="1663700" y="831850"/>
                  </a:lnTo>
                  <a:cubicBezTo>
                    <a:pt x="1663700" y="1291209"/>
                    <a:pt x="1291209" y="1663700"/>
                    <a:pt x="831850" y="1663700"/>
                  </a:cubicBezTo>
                  <a:lnTo>
                    <a:pt x="831850" y="1644650"/>
                  </a:lnTo>
                  <a:lnTo>
                    <a:pt x="831850" y="1663700"/>
                  </a:lnTo>
                  <a:cubicBezTo>
                    <a:pt x="372491" y="1663700"/>
                    <a:pt x="0" y="1291209"/>
                    <a:pt x="0" y="831850"/>
                  </a:cubicBezTo>
                  <a:lnTo>
                    <a:pt x="19050" y="831850"/>
                  </a:lnTo>
                  <a:lnTo>
                    <a:pt x="35179" y="842010"/>
                  </a:lnTo>
                  <a:cubicBezTo>
                    <a:pt x="30607" y="849122"/>
                    <a:pt x="21971" y="852424"/>
                    <a:pt x="13716" y="850138"/>
                  </a:cubicBezTo>
                  <a:cubicBezTo>
                    <a:pt x="5461" y="847852"/>
                    <a:pt x="0" y="840359"/>
                    <a:pt x="0" y="831850"/>
                  </a:cubicBezTo>
                  <a:moveTo>
                    <a:pt x="38100" y="831850"/>
                  </a:moveTo>
                  <a:lnTo>
                    <a:pt x="19050" y="831850"/>
                  </a:lnTo>
                  <a:lnTo>
                    <a:pt x="2921" y="821690"/>
                  </a:lnTo>
                  <a:cubicBezTo>
                    <a:pt x="7493" y="814578"/>
                    <a:pt x="16129" y="811276"/>
                    <a:pt x="24384" y="813562"/>
                  </a:cubicBezTo>
                  <a:cubicBezTo>
                    <a:pt x="32639" y="815848"/>
                    <a:pt x="38100" y="823341"/>
                    <a:pt x="38100" y="831850"/>
                  </a:cubicBezTo>
                  <a:cubicBezTo>
                    <a:pt x="38100" y="1270254"/>
                    <a:pt x="393446" y="1625600"/>
                    <a:pt x="831850" y="1625600"/>
                  </a:cubicBezTo>
                  <a:cubicBezTo>
                    <a:pt x="1270254" y="1625600"/>
                    <a:pt x="1625600" y="1270254"/>
                    <a:pt x="1625600" y="831850"/>
                  </a:cubicBezTo>
                  <a:cubicBezTo>
                    <a:pt x="1625600" y="393446"/>
                    <a:pt x="1270254" y="38100"/>
                    <a:pt x="831850" y="38100"/>
                  </a:cubicBezTo>
                  <a:lnTo>
                    <a:pt x="831850" y="19050"/>
                  </a:lnTo>
                  <a:lnTo>
                    <a:pt x="831850" y="38100"/>
                  </a:lnTo>
                  <a:cubicBezTo>
                    <a:pt x="393446" y="38100"/>
                    <a:pt x="38100" y="393446"/>
                    <a:pt x="38100" y="8318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1663700" cy="166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10B98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4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1610261" y="5022999"/>
            <a:ext cx="2020729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9"/>
              </a:lnSpc>
            </a:pPr>
            <a:r>
              <a:rPr lang="en-US" sz="3699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Bloqueos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1239500" y="5695950"/>
            <a:ext cx="2762250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Elimina ausencias y festivos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5330488" y="3531394"/>
            <a:ext cx="1247775" cy="1247775"/>
            <a:chOff x="0" y="0"/>
            <a:chExt cx="1663700" cy="16637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19050" y="19050"/>
              <a:ext cx="16256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1625600">
                  <a:moveTo>
                    <a:pt x="0" y="812800"/>
                  </a:moveTo>
                  <a:cubicBezTo>
                    <a:pt x="0" y="363855"/>
                    <a:pt x="363855" y="0"/>
                    <a:pt x="812800" y="0"/>
                  </a:cubicBezTo>
                  <a:cubicBezTo>
                    <a:pt x="1261745" y="0"/>
                    <a:pt x="1625600" y="363855"/>
                    <a:pt x="1625600" y="812800"/>
                  </a:cubicBezTo>
                  <a:cubicBezTo>
                    <a:pt x="1625600" y="1261745"/>
                    <a:pt x="1261745" y="1625600"/>
                    <a:pt x="812800" y="1625600"/>
                  </a:cubicBezTo>
                  <a:cubicBezTo>
                    <a:pt x="363855" y="1625600"/>
                    <a:pt x="0" y="1261745"/>
                    <a:pt x="0" y="8128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663700" cy="1663700"/>
            </a:xfrm>
            <a:custGeom>
              <a:avLst/>
              <a:gdLst/>
              <a:ahLst/>
              <a:cxnLst/>
              <a:rect r="r" b="b" t="t" l="l"/>
              <a:pathLst>
                <a:path h="1663700" w="1663700">
                  <a:moveTo>
                    <a:pt x="0" y="831850"/>
                  </a:moveTo>
                  <a:cubicBezTo>
                    <a:pt x="0" y="372491"/>
                    <a:pt x="372491" y="0"/>
                    <a:pt x="831850" y="0"/>
                  </a:cubicBezTo>
                  <a:lnTo>
                    <a:pt x="831850" y="19050"/>
                  </a:lnTo>
                  <a:lnTo>
                    <a:pt x="831850" y="0"/>
                  </a:lnTo>
                  <a:cubicBezTo>
                    <a:pt x="1291209" y="0"/>
                    <a:pt x="1663700" y="372491"/>
                    <a:pt x="1663700" y="831850"/>
                  </a:cubicBezTo>
                  <a:lnTo>
                    <a:pt x="1644650" y="831850"/>
                  </a:lnTo>
                  <a:lnTo>
                    <a:pt x="1663700" y="831850"/>
                  </a:lnTo>
                  <a:cubicBezTo>
                    <a:pt x="1663700" y="1291209"/>
                    <a:pt x="1291209" y="1663700"/>
                    <a:pt x="831850" y="1663700"/>
                  </a:cubicBezTo>
                  <a:lnTo>
                    <a:pt x="831850" y="1644650"/>
                  </a:lnTo>
                  <a:lnTo>
                    <a:pt x="831850" y="1663700"/>
                  </a:lnTo>
                  <a:cubicBezTo>
                    <a:pt x="372491" y="1663700"/>
                    <a:pt x="0" y="1291209"/>
                    <a:pt x="0" y="831850"/>
                  </a:cubicBezTo>
                  <a:lnTo>
                    <a:pt x="19050" y="831850"/>
                  </a:lnTo>
                  <a:lnTo>
                    <a:pt x="35179" y="842010"/>
                  </a:lnTo>
                  <a:cubicBezTo>
                    <a:pt x="30607" y="849122"/>
                    <a:pt x="21971" y="852424"/>
                    <a:pt x="13716" y="850138"/>
                  </a:cubicBezTo>
                  <a:cubicBezTo>
                    <a:pt x="5461" y="847852"/>
                    <a:pt x="0" y="840359"/>
                    <a:pt x="0" y="831850"/>
                  </a:cubicBezTo>
                  <a:moveTo>
                    <a:pt x="38100" y="831850"/>
                  </a:moveTo>
                  <a:lnTo>
                    <a:pt x="19050" y="831850"/>
                  </a:lnTo>
                  <a:lnTo>
                    <a:pt x="2921" y="821690"/>
                  </a:lnTo>
                  <a:cubicBezTo>
                    <a:pt x="7493" y="814578"/>
                    <a:pt x="16129" y="811276"/>
                    <a:pt x="24384" y="813562"/>
                  </a:cubicBezTo>
                  <a:cubicBezTo>
                    <a:pt x="32639" y="815848"/>
                    <a:pt x="38100" y="823341"/>
                    <a:pt x="38100" y="831850"/>
                  </a:cubicBezTo>
                  <a:cubicBezTo>
                    <a:pt x="38100" y="1270254"/>
                    <a:pt x="393446" y="1625600"/>
                    <a:pt x="831850" y="1625600"/>
                  </a:cubicBezTo>
                  <a:cubicBezTo>
                    <a:pt x="1270254" y="1625600"/>
                    <a:pt x="1625600" y="1270254"/>
                    <a:pt x="1625600" y="831850"/>
                  </a:cubicBezTo>
                  <a:cubicBezTo>
                    <a:pt x="1625600" y="393446"/>
                    <a:pt x="1270254" y="38100"/>
                    <a:pt x="831850" y="38100"/>
                  </a:cubicBezTo>
                  <a:lnTo>
                    <a:pt x="831850" y="19050"/>
                  </a:lnTo>
                  <a:lnTo>
                    <a:pt x="831850" y="38100"/>
                  </a:lnTo>
                  <a:cubicBezTo>
                    <a:pt x="393446" y="38100"/>
                    <a:pt x="38100" y="393446"/>
                    <a:pt x="38100" y="8318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0"/>
              <a:ext cx="1663700" cy="166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5</a:t>
              </a: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15391150" y="5022999"/>
            <a:ext cx="1126450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9"/>
              </a:lnSpc>
            </a:pPr>
            <a:r>
              <a:rPr lang="en-US" sz="3699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Citas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4573250" y="5695950"/>
            <a:ext cx="2762250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Descarta huecos ocupados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700212" y="7877175"/>
            <a:ext cx="14887575" cy="1266825"/>
            <a:chOff x="0" y="0"/>
            <a:chExt cx="19850100" cy="16891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19050" y="19050"/>
              <a:ext cx="19812000" cy="1651127"/>
            </a:xfrm>
            <a:custGeom>
              <a:avLst/>
              <a:gdLst/>
              <a:ahLst/>
              <a:cxnLst/>
              <a:rect r="r" b="b" t="t" l="l"/>
              <a:pathLst>
                <a:path h="1651127" w="19812000">
                  <a:moveTo>
                    <a:pt x="0" y="275209"/>
                  </a:moveTo>
                  <a:cubicBezTo>
                    <a:pt x="0" y="123190"/>
                    <a:pt x="125857" y="0"/>
                    <a:pt x="280924" y="0"/>
                  </a:cubicBezTo>
                  <a:lnTo>
                    <a:pt x="19531076" y="0"/>
                  </a:lnTo>
                  <a:cubicBezTo>
                    <a:pt x="19686270" y="0"/>
                    <a:pt x="19812000" y="123190"/>
                    <a:pt x="19812000" y="275209"/>
                  </a:cubicBezTo>
                  <a:lnTo>
                    <a:pt x="19812000" y="1375918"/>
                  </a:lnTo>
                  <a:cubicBezTo>
                    <a:pt x="19812000" y="1527937"/>
                    <a:pt x="19686143" y="1651127"/>
                    <a:pt x="19531076" y="1651127"/>
                  </a:cubicBezTo>
                  <a:lnTo>
                    <a:pt x="280924" y="1651127"/>
                  </a:lnTo>
                  <a:cubicBezTo>
                    <a:pt x="125730" y="1651127"/>
                    <a:pt x="0" y="1527937"/>
                    <a:pt x="0" y="137591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9850100" cy="1689227"/>
            </a:xfrm>
            <a:custGeom>
              <a:avLst/>
              <a:gdLst/>
              <a:ahLst/>
              <a:cxnLst/>
              <a:rect r="r" b="b" t="t" l="l"/>
              <a:pathLst>
                <a:path h="1689227" w="19850100">
                  <a:moveTo>
                    <a:pt x="0" y="294259"/>
                  </a:moveTo>
                  <a:cubicBezTo>
                    <a:pt x="0" y="131318"/>
                    <a:pt x="134747" y="0"/>
                    <a:pt x="299974" y="0"/>
                  </a:cubicBezTo>
                  <a:lnTo>
                    <a:pt x="19550126" y="0"/>
                  </a:lnTo>
                  <a:lnTo>
                    <a:pt x="19550126" y="19050"/>
                  </a:lnTo>
                  <a:lnTo>
                    <a:pt x="19550126" y="0"/>
                  </a:lnTo>
                  <a:cubicBezTo>
                    <a:pt x="19715353" y="0"/>
                    <a:pt x="19850100" y="131318"/>
                    <a:pt x="19850100" y="294259"/>
                  </a:cubicBezTo>
                  <a:lnTo>
                    <a:pt x="19831050" y="294259"/>
                  </a:lnTo>
                  <a:lnTo>
                    <a:pt x="19850100" y="294259"/>
                  </a:lnTo>
                  <a:lnTo>
                    <a:pt x="19850100" y="1394968"/>
                  </a:lnTo>
                  <a:lnTo>
                    <a:pt x="19831050" y="1394968"/>
                  </a:lnTo>
                  <a:lnTo>
                    <a:pt x="19850100" y="1394968"/>
                  </a:lnTo>
                  <a:cubicBezTo>
                    <a:pt x="19850100" y="1557782"/>
                    <a:pt x="19715353" y="1689227"/>
                    <a:pt x="19550126" y="1689227"/>
                  </a:cubicBezTo>
                  <a:lnTo>
                    <a:pt x="19550126" y="1670177"/>
                  </a:lnTo>
                  <a:lnTo>
                    <a:pt x="19550126" y="1689100"/>
                  </a:lnTo>
                  <a:lnTo>
                    <a:pt x="299974" y="1689100"/>
                  </a:lnTo>
                  <a:lnTo>
                    <a:pt x="299974" y="1670050"/>
                  </a:lnTo>
                  <a:lnTo>
                    <a:pt x="299974" y="1689100"/>
                  </a:lnTo>
                  <a:cubicBezTo>
                    <a:pt x="134747" y="1689100"/>
                    <a:pt x="0" y="1557782"/>
                    <a:pt x="0" y="1394841"/>
                  </a:cubicBezTo>
                  <a:lnTo>
                    <a:pt x="0" y="294259"/>
                  </a:lnTo>
                  <a:lnTo>
                    <a:pt x="19050" y="294259"/>
                  </a:lnTo>
                  <a:lnTo>
                    <a:pt x="0" y="294259"/>
                  </a:lnTo>
                  <a:moveTo>
                    <a:pt x="38100" y="294259"/>
                  </a:moveTo>
                  <a:lnTo>
                    <a:pt x="38100" y="1394968"/>
                  </a:lnTo>
                  <a:lnTo>
                    <a:pt x="19050" y="1394968"/>
                  </a:lnTo>
                  <a:lnTo>
                    <a:pt x="38100" y="1394968"/>
                  </a:lnTo>
                  <a:cubicBezTo>
                    <a:pt x="38100" y="1535938"/>
                    <a:pt x="154940" y="1651000"/>
                    <a:pt x="299974" y="1651000"/>
                  </a:cubicBezTo>
                  <a:lnTo>
                    <a:pt x="19550126" y="1651000"/>
                  </a:lnTo>
                  <a:cubicBezTo>
                    <a:pt x="19695161" y="1651000"/>
                    <a:pt x="19812000" y="1535938"/>
                    <a:pt x="19812000" y="1394841"/>
                  </a:cubicBezTo>
                  <a:lnTo>
                    <a:pt x="19812000" y="294259"/>
                  </a:lnTo>
                  <a:cubicBezTo>
                    <a:pt x="19812000" y="153162"/>
                    <a:pt x="19695161" y="38100"/>
                    <a:pt x="19550126" y="38100"/>
                  </a:cubicBezTo>
                  <a:lnTo>
                    <a:pt x="299974" y="38100"/>
                  </a:lnTo>
                  <a:lnTo>
                    <a:pt x="299974" y="19050"/>
                  </a:lnTo>
                  <a:lnTo>
                    <a:pt x="299974" y="38100"/>
                  </a:lnTo>
                  <a:cubicBezTo>
                    <a:pt x="154940" y="38100"/>
                    <a:pt x="38100" y="153162"/>
                    <a:pt x="38100" y="294259"/>
                  </a:cubicBezTo>
                  <a:close/>
                </a:path>
              </a:pathLst>
            </a:custGeom>
            <a:solidFill>
              <a:srgbClr val="E6E1F4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0"/>
              <a:ext cx="198501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79"/>
                </a:lnSpc>
              </a:pPr>
              <a:r>
                <a:rPr lang="en-US" sz="3399" b="true">
                  <a:solidFill>
                    <a:srgbClr val="291947"/>
                  </a:solidFill>
                  <a:latin typeface="Aptos Bold"/>
                  <a:ea typeface="Aptos Bold"/>
                  <a:cs typeface="Aptos Bold"/>
                  <a:sym typeface="Aptos Bold"/>
                </a:rPr>
                <a:t>Resultado: el cliente solo ve horarios realmente disponibles y el negocio evita overbooking.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7750" y="666750"/>
            <a:ext cx="1104900" cy="533400"/>
            <a:chOff x="0" y="0"/>
            <a:chExt cx="1473200" cy="711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3200" cy="711200"/>
            </a:xfrm>
            <a:custGeom>
              <a:avLst/>
              <a:gdLst/>
              <a:ahLst/>
              <a:cxnLst/>
              <a:rect r="r" b="b" t="t" l="l"/>
              <a:pathLst>
                <a:path h="711200" w="1473200">
                  <a:moveTo>
                    <a:pt x="0" y="118491"/>
                  </a:moveTo>
                  <a:cubicBezTo>
                    <a:pt x="0" y="53086"/>
                    <a:pt x="53086" y="0"/>
                    <a:pt x="118491" y="0"/>
                  </a:cubicBezTo>
                  <a:lnTo>
                    <a:pt x="1354582" y="0"/>
                  </a:lnTo>
                  <a:cubicBezTo>
                    <a:pt x="1420114" y="0"/>
                    <a:pt x="1473200" y="53086"/>
                    <a:pt x="1473200" y="118491"/>
                  </a:cubicBezTo>
                  <a:lnTo>
                    <a:pt x="1473200" y="592709"/>
                  </a:lnTo>
                  <a:cubicBezTo>
                    <a:pt x="1473200" y="658114"/>
                    <a:pt x="1420114" y="711200"/>
                    <a:pt x="1354709" y="711200"/>
                  </a:cubicBezTo>
                  <a:lnTo>
                    <a:pt x="118491" y="711200"/>
                  </a:lnTo>
                  <a:cubicBezTo>
                    <a:pt x="53086" y="711200"/>
                    <a:pt x="0" y="658114"/>
                    <a:pt x="0" y="592709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73200" cy="711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08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47750" y="1362075"/>
            <a:ext cx="502289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sz="51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Portal del cliente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47750" y="2327881"/>
            <a:ext cx="10398919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La reserva se organiza en un flujo sencillo de tres pasos.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695450" y="3124200"/>
            <a:ext cx="4038600" cy="5657850"/>
            <a:chOff x="0" y="0"/>
            <a:chExt cx="5384800" cy="7543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25400" y="25400"/>
              <a:ext cx="5334000" cy="7493000"/>
            </a:xfrm>
            <a:custGeom>
              <a:avLst/>
              <a:gdLst/>
              <a:ahLst/>
              <a:cxnLst/>
              <a:rect r="r" b="b" t="t" l="l"/>
              <a:pathLst>
                <a:path h="7493000" w="5334000">
                  <a:moveTo>
                    <a:pt x="0" y="891413"/>
                  </a:moveTo>
                  <a:cubicBezTo>
                    <a:pt x="0" y="399161"/>
                    <a:pt x="398018" y="0"/>
                    <a:pt x="889000" y="0"/>
                  </a:cubicBezTo>
                  <a:lnTo>
                    <a:pt x="4445000" y="0"/>
                  </a:lnTo>
                  <a:cubicBezTo>
                    <a:pt x="4935982" y="0"/>
                    <a:pt x="5334000" y="399161"/>
                    <a:pt x="5334000" y="891413"/>
                  </a:cubicBezTo>
                  <a:lnTo>
                    <a:pt x="5334000" y="6601587"/>
                  </a:lnTo>
                  <a:cubicBezTo>
                    <a:pt x="5334000" y="7093966"/>
                    <a:pt x="4935982" y="7493000"/>
                    <a:pt x="4445000" y="7493000"/>
                  </a:cubicBezTo>
                  <a:lnTo>
                    <a:pt x="889000" y="7493000"/>
                  </a:lnTo>
                  <a:cubicBezTo>
                    <a:pt x="398018" y="7493000"/>
                    <a:pt x="0" y="7093839"/>
                    <a:pt x="0" y="660158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384800" cy="7543800"/>
            </a:xfrm>
            <a:custGeom>
              <a:avLst/>
              <a:gdLst/>
              <a:ahLst/>
              <a:cxnLst/>
              <a:rect r="r" b="b" t="t" l="l"/>
              <a:pathLst>
                <a:path h="7543800" w="5384800">
                  <a:moveTo>
                    <a:pt x="0" y="916813"/>
                  </a:moveTo>
                  <a:cubicBezTo>
                    <a:pt x="0" y="410591"/>
                    <a:pt x="409321" y="0"/>
                    <a:pt x="914400" y="0"/>
                  </a:cubicBezTo>
                  <a:lnTo>
                    <a:pt x="4470400" y="0"/>
                  </a:lnTo>
                  <a:lnTo>
                    <a:pt x="4470400" y="25400"/>
                  </a:lnTo>
                  <a:lnTo>
                    <a:pt x="4470400" y="0"/>
                  </a:lnTo>
                  <a:cubicBezTo>
                    <a:pt x="4975479" y="0"/>
                    <a:pt x="5384800" y="410591"/>
                    <a:pt x="5384800" y="916813"/>
                  </a:cubicBezTo>
                  <a:lnTo>
                    <a:pt x="5359400" y="916813"/>
                  </a:lnTo>
                  <a:lnTo>
                    <a:pt x="5384800" y="916813"/>
                  </a:lnTo>
                  <a:lnTo>
                    <a:pt x="5384800" y="6626987"/>
                  </a:lnTo>
                  <a:lnTo>
                    <a:pt x="5359400" y="6626987"/>
                  </a:lnTo>
                  <a:lnTo>
                    <a:pt x="5384800" y="6626987"/>
                  </a:lnTo>
                  <a:cubicBezTo>
                    <a:pt x="5384800" y="7133336"/>
                    <a:pt x="4975479" y="7543800"/>
                    <a:pt x="4470400" y="7543800"/>
                  </a:cubicBezTo>
                  <a:lnTo>
                    <a:pt x="4470400" y="7518400"/>
                  </a:lnTo>
                  <a:lnTo>
                    <a:pt x="4470400" y="7543800"/>
                  </a:lnTo>
                  <a:lnTo>
                    <a:pt x="914400" y="7543800"/>
                  </a:lnTo>
                  <a:lnTo>
                    <a:pt x="914400" y="7518400"/>
                  </a:lnTo>
                  <a:lnTo>
                    <a:pt x="914400" y="7543800"/>
                  </a:lnTo>
                  <a:cubicBezTo>
                    <a:pt x="409321" y="7543800"/>
                    <a:pt x="0" y="7133209"/>
                    <a:pt x="0" y="6626987"/>
                  </a:cubicBezTo>
                  <a:lnTo>
                    <a:pt x="0" y="916813"/>
                  </a:lnTo>
                  <a:lnTo>
                    <a:pt x="25400" y="916813"/>
                  </a:lnTo>
                  <a:lnTo>
                    <a:pt x="0" y="916813"/>
                  </a:lnTo>
                  <a:moveTo>
                    <a:pt x="50800" y="916813"/>
                  </a:moveTo>
                  <a:lnTo>
                    <a:pt x="50800" y="6626987"/>
                  </a:lnTo>
                  <a:lnTo>
                    <a:pt x="25400" y="6626987"/>
                  </a:lnTo>
                  <a:lnTo>
                    <a:pt x="50800" y="6626987"/>
                  </a:lnTo>
                  <a:cubicBezTo>
                    <a:pt x="50800" y="7105269"/>
                    <a:pt x="437515" y="7493000"/>
                    <a:pt x="914400" y="7493000"/>
                  </a:cubicBezTo>
                  <a:lnTo>
                    <a:pt x="4470400" y="7493000"/>
                  </a:lnTo>
                  <a:cubicBezTo>
                    <a:pt x="4947285" y="7493000"/>
                    <a:pt x="5334000" y="7105269"/>
                    <a:pt x="5334000" y="6626987"/>
                  </a:cubicBezTo>
                  <a:lnTo>
                    <a:pt x="5334000" y="916813"/>
                  </a:lnTo>
                  <a:cubicBezTo>
                    <a:pt x="5334000" y="438531"/>
                    <a:pt x="4947285" y="50800"/>
                    <a:pt x="4470400" y="50800"/>
                  </a:cubicBezTo>
                  <a:lnTo>
                    <a:pt x="914400" y="50800"/>
                  </a:lnTo>
                  <a:lnTo>
                    <a:pt x="914400" y="25400"/>
                  </a:lnTo>
                  <a:lnTo>
                    <a:pt x="914400" y="50800"/>
                  </a:lnTo>
                  <a:cubicBezTo>
                    <a:pt x="437515" y="50800"/>
                    <a:pt x="50800" y="438531"/>
                    <a:pt x="50800" y="916813"/>
                  </a:cubicBezTo>
                  <a:close/>
                </a:path>
              </a:pathLst>
            </a:custGeom>
            <a:solidFill>
              <a:srgbClr val="DCD8EB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2381250" y="3486150"/>
            <a:ext cx="2667000" cy="152400"/>
            <a:chOff x="0" y="0"/>
            <a:chExt cx="3556000" cy="2032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556000" cy="203200"/>
            </a:xfrm>
            <a:custGeom>
              <a:avLst/>
              <a:gdLst/>
              <a:ahLst/>
              <a:cxnLst/>
              <a:rect r="r" b="b" t="t" l="l"/>
              <a:pathLst>
                <a:path h="203200" w="3556000">
                  <a:moveTo>
                    <a:pt x="0" y="33909"/>
                  </a:moveTo>
                  <a:cubicBezTo>
                    <a:pt x="0" y="15113"/>
                    <a:pt x="15113" y="0"/>
                    <a:pt x="33909" y="0"/>
                  </a:cubicBezTo>
                  <a:lnTo>
                    <a:pt x="3522091" y="0"/>
                  </a:lnTo>
                  <a:cubicBezTo>
                    <a:pt x="3540887" y="0"/>
                    <a:pt x="3556000" y="15113"/>
                    <a:pt x="3556000" y="33909"/>
                  </a:cubicBezTo>
                  <a:lnTo>
                    <a:pt x="3556000" y="169291"/>
                  </a:lnTo>
                  <a:cubicBezTo>
                    <a:pt x="3556000" y="187960"/>
                    <a:pt x="3540887" y="203200"/>
                    <a:pt x="3522091" y="203200"/>
                  </a:cubicBezTo>
                  <a:lnTo>
                    <a:pt x="33909" y="203200"/>
                  </a:lnTo>
                  <a:cubicBezTo>
                    <a:pt x="15113" y="203200"/>
                    <a:pt x="0" y="188087"/>
                    <a:pt x="0" y="169291"/>
                  </a:cubicBezTo>
                  <a:close/>
                </a:path>
              </a:pathLst>
            </a:custGeom>
            <a:solidFill>
              <a:srgbClr val="E6E1F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2938462" y="4176712"/>
            <a:ext cx="1514475" cy="1514475"/>
            <a:chOff x="0" y="0"/>
            <a:chExt cx="2019300" cy="20193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19050" y="19050"/>
              <a:ext cx="1981200" cy="1981200"/>
            </a:xfrm>
            <a:custGeom>
              <a:avLst/>
              <a:gdLst/>
              <a:ahLst/>
              <a:cxnLst/>
              <a:rect r="r" b="b" t="t" l="l"/>
              <a:pathLst>
                <a:path h="1981200" w="1981200">
                  <a:moveTo>
                    <a:pt x="0" y="990600"/>
                  </a:moveTo>
                  <a:cubicBezTo>
                    <a:pt x="0" y="443484"/>
                    <a:pt x="443484" y="0"/>
                    <a:pt x="990600" y="0"/>
                  </a:cubicBezTo>
                  <a:cubicBezTo>
                    <a:pt x="1537716" y="0"/>
                    <a:pt x="1981200" y="443484"/>
                    <a:pt x="1981200" y="990600"/>
                  </a:cubicBezTo>
                  <a:cubicBezTo>
                    <a:pt x="1981200" y="1537716"/>
                    <a:pt x="1537716" y="1981200"/>
                    <a:pt x="990600" y="1981200"/>
                  </a:cubicBezTo>
                  <a:cubicBezTo>
                    <a:pt x="443484" y="1981200"/>
                    <a:pt x="0" y="1537716"/>
                    <a:pt x="0" y="9906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019300" cy="2019300"/>
            </a:xfrm>
            <a:custGeom>
              <a:avLst/>
              <a:gdLst/>
              <a:ahLst/>
              <a:cxnLst/>
              <a:rect r="r" b="b" t="t" l="l"/>
              <a:pathLst>
                <a:path h="2019300" w="2019300">
                  <a:moveTo>
                    <a:pt x="0" y="1009650"/>
                  </a:moveTo>
                  <a:cubicBezTo>
                    <a:pt x="0" y="451993"/>
                    <a:pt x="451993" y="0"/>
                    <a:pt x="1009650" y="0"/>
                  </a:cubicBezTo>
                  <a:lnTo>
                    <a:pt x="1009650" y="19050"/>
                  </a:lnTo>
                  <a:lnTo>
                    <a:pt x="1009650" y="0"/>
                  </a:lnTo>
                  <a:cubicBezTo>
                    <a:pt x="1567307" y="0"/>
                    <a:pt x="2019300" y="451993"/>
                    <a:pt x="2019300" y="1009650"/>
                  </a:cubicBezTo>
                  <a:lnTo>
                    <a:pt x="2000250" y="1009650"/>
                  </a:lnTo>
                  <a:lnTo>
                    <a:pt x="2019300" y="1009650"/>
                  </a:lnTo>
                  <a:cubicBezTo>
                    <a:pt x="2019300" y="1567307"/>
                    <a:pt x="1567307" y="2019300"/>
                    <a:pt x="1009650" y="2019300"/>
                  </a:cubicBezTo>
                  <a:lnTo>
                    <a:pt x="1009650" y="2000250"/>
                  </a:lnTo>
                  <a:lnTo>
                    <a:pt x="1009650" y="2019300"/>
                  </a:lnTo>
                  <a:cubicBezTo>
                    <a:pt x="451993" y="2019300"/>
                    <a:pt x="0" y="1567307"/>
                    <a:pt x="0" y="1009650"/>
                  </a:cubicBezTo>
                  <a:lnTo>
                    <a:pt x="19050" y="1009650"/>
                  </a:lnTo>
                  <a:lnTo>
                    <a:pt x="38100" y="1009650"/>
                  </a:lnTo>
                  <a:lnTo>
                    <a:pt x="19050" y="1009650"/>
                  </a:lnTo>
                  <a:lnTo>
                    <a:pt x="0" y="1009650"/>
                  </a:lnTo>
                  <a:moveTo>
                    <a:pt x="38100" y="1009650"/>
                  </a:moveTo>
                  <a:cubicBezTo>
                    <a:pt x="38100" y="1020191"/>
                    <a:pt x="29591" y="1028700"/>
                    <a:pt x="19050" y="1028700"/>
                  </a:cubicBezTo>
                  <a:cubicBezTo>
                    <a:pt x="8509" y="1028700"/>
                    <a:pt x="0" y="1020191"/>
                    <a:pt x="0" y="1009650"/>
                  </a:cubicBezTo>
                  <a:cubicBezTo>
                    <a:pt x="0" y="999109"/>
                    <a:pt x="8509" y="990600"/>
                    <a:pt x="19050" y="990600"/>
                  </a:cubicBezTo>
                  <a:cubicBezTo>
                    <a:pt x="29591" y="990600"/>
                    <a:pt x="38100" y="999109"/>
                    <a:pt x="38100" y="1009650"/>
                  </a:cubicBezTo>
                  <a:cubicBezTo>
                    <a:pt x="38100" y="1546225"/>
                    <a:pt x="473075" y="1981200"/>
                    <a:pt x="1009650" y="1981200"/>
                  </a:cubicBezTo>
                  <a:cubicBezTo>
                    <a:pt x="1546225" y="1981200"/>
                    <a:pt x="1981200" y="1546225"/>
                    <a:pt x="1981200" y="1009650"/>
                  </a:cubicBezTo>
                  <a:cubicBezTo>
                    <a:pt x="1981200" y="473075"/>
                    <a:pt x="1546225" y="38100"/>
                    <a:pt x="1009650" y="38100"/>
                  </a:cubicBezTo>
                  <a:lnTo>
                    <a:pt x="1009650" y="19050"/>
                  </a:lnTo>
                  <a:lnTo>
                    <a:pt x="1009650" y="38100"/>
                  </a:lnTo>
                  <a:cubicBezTo>
                    <a:pt x="473075" y="38100"/>
                    <a:pt x="38100" y="473075"/>
                    <a:pt x="38100" y="10096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2019300" cy="201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1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2258616" y="5972175"/>
            <a:ext cx="2912269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36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Elegir servicio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012688" y="6857314"/>
            <a:ext cx="3404125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Catálogo con duración y precio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7124700" y="3124200"/>
            <a:ext cx="4038600" cy="5657850"/>
            <a:chOff x="0" y="0"/>
            <a:chExt cx="5384800" cy="75438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25400" y="25400"/>
              <a:ext cx="5334000" cy="7493000"/>
            </a:xfrm>
            <a:custGeom>
              <a:avLst/>
              <a:gdLst/>
              <a:ahLst/>
              <a:cxnLst/>
              <a:rect r="r" b="b" t="t" l="l"/>
              <a:pathLst>
                <a:path h="7493000" w="5334000">
                  <a:moveTo>
                    <a:pt x="0" y="891413"/>
                  </a:moveTo>
                  <a:cubicBezTo>
                    <a:pt x="0" y="399161"/>
                    <a:pt x="398018" y="0"/>
                    <a:pt x="889000" y="0"/>
                  </a:cubicBezTo>
                  <a:lnTo>
                    <a:pt x="4445000" y="0"/>
                  </a:lnTo>
                  <a:cubicBezTo>
                    <a:pt x="4935982" y="0"/>
                    <a:pt x="5334000" y="399161"/>
                    <a:pt x="5334000" y="891413"/>
                  </a:cubicBezTo>
                  <a:lnTo>
                    <a:pt x="5334000" y="6601587"/>
                  </a:lnTo>
                  <a:cubicBezTo>
                    <a:pt x="5334000" y="7093966"/>
                    <a:pt x="4935982" y="7493000"/>
                    <a:pt x="4445000" y="7493000"/>
                  </a:cubicBezTo>
                  <a:lnTo>
                    <a:pt x="889000" y="7493000"/>
                  </a:lnTo>
                  <a:cubicBezTo>
                    <a:pt x="398018" y="7493000"/>
                    <a:pt x="0" y="7093839"/>
                    <a:pt x="0" y="660158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384800" cy="7543800"/>
            </a:xfrm>
            <a:custGeom>
              <a:avLst/>
              <a:gdLst/>
              <a:ahLst/>
              <a:cxnLst/>
              <a:rect r="r" b="b" t="t" l="l"/>
              <a:pathLst>
                <a:path h="7543800" w="5384800">
                  <a:moveTo>
                    <a:pt x="0" y="916813"/>
                  </a:moveTo>
                  <a:cubicBezTo>
                    <a:pt x="0" y="410591"/>
                    <a:pt x="409321" y="0"/>
                    <a:pt x="914400" y="0"/>
                  </a:cubicBezTo>
                  <a:lnTo>
                    <a:pt x="4470400" y="0"/>
                  </a:lnTo>
                  <a:lnTo>
                    <a:pt x="4470400" y="25400"/>
                  </a:lnTo>
                  <a:lnTo>
                    <a:pt x="4470400" y="0"/>
                  </a:lnTo>
                  <a:cubicBezTo>
                    <a:pt x="4975479" y="0"/>
                    <a:pt x="5384800" y="410591"/>
                    <a:pt x="5384800" y="916813"/>
                  </a:cubicBezTo>
                  <a:lnTo>
                    <a:pt x="5359400" y="916813"/>
                  </a:lnTo>
                  <a:lnTo>
                    <a:pt x="5384800" y="916813"/>
                  </a:lnTo>
                  <a:lnTo>
                    <a:pt x="5384800" y="6626987"/>
                  </a:lnTo>
                  <a:lnTo>
                    <a:pt x="5359400" y="6626987"/>
                  </a:lnTo>
                  <a:lnTo>
                    <a:pt x="5384800" y="6626987"/>
                  </a:lnTo>
                  <a:cubicBezTo>
                    <a:pt x="5384800" y="7133336"/>
                    <a:pt x="4975479" y="7543800"/>
                    <a:pt x="4470400" y="7543800"/>
                  </a:cubicBezTo>
                  <a:lnTo>
                    <a:pt x="4470400" y="7518400"/>
                  </a:lnTo>
                  <a:lnTo>
                    <a:pt x="4470400" y="7543800"/>
                  </a:lnTo>
                  <a:lnTo>
                    <a:pt x="914400" y="7543800"/>
                  </a:lnTo>
                  <a:lnTo>
                    <a:pt x="914400" y="7518400"/>
                  </a:lnTo>
                  <a:lnTo>
                    <a:pt x="914400" y="7543800"/>
                  </a:lnTo>
                  <a:cubicBezTo>
                    <a:pt x="409321" y="7543800"/>
                    <a:pt x="0" y="7133209"/>
                    <a:pt x="0" y="6626987"/>
                  </a:cubicBezTo>
                  <a:lnTo>
                    <a:pt x="0" y="916813"/>
                  </a:lnTo>
                  <a:lnTo>
                    <a:pt x="25400" y="916813"/>
                  </a:lnTo>
                  <a:lnTo>
                    <a:pt x="0" y="916813"/>
                  </a:lnTo>
                  <a:moveTo>
                    <a:pt x="50800" y="916813"/>
                  </a:moveTo>
                  <a:lnTo>
                    <a:pt x="50800" y="6626987"/>
                  </a:lnTo>
                  <a:lnTo>
                    <a:pt x="25400" y="6626987"/>
                  </a:lnTo>
                  <a:lnTo>
                    <a:pt x="50800" y="6626987"/>
                  </a:lnTo>
                  <a:cubicBezTo>
                    <a:pt x="50800" y="7105269"/>
                    <a:pt x="437515" y="7493000"/>
                    <a:pt x="914400" y="7493000"/>
                  </a:cubicBezTo>
                  <a:lnTo>
                    <a:pt x="4470400" y="7493000"/>
                  </a:lnTo>
                  <a:cubicBezTo>
                    <a:pt x="4947285" y="7493000"/>
                    <a:pt x="5334000" y="7105269"/>
                    <a:pt x="5334000" y="6626987"/>
                  </a:cubicBezTo>
                  <a:lnTo>
                    <a:pt x="5334000" y="916813"/>
                  </a:lnTo>
                  <a:cubicBezTo>
                    <a:pt x="5334000" y="438531"/>
                    <a:pt x="4947285" y="50800"/>
                    <a:pt x="4470400" y="50800"/>
                  </a:cubicBezTo>
                  <a:lnTo>
                    <a:pt x="914400" y="50800"/>
                  </a:lnTo>
                  <a:lnTo>
                    <a:pt x="914400" y="25400"/>
                  </a:lnTo>
                  <a:lnTo>
                    <a:pt x="914400" y="50800"/>
                  </a:lnTo>
                  <a:cubicBezTo>
                    <a:pt x="437515" y="50800"/>
                    <a:pt x="50800" y="438531"/>
                    <a:pt x="50800" y="916813"/>
                  </a:cubicBezTo>
                  <a:close/>
                </a:path>
              </a:pathLst>
            </a:custGeom>
            <a:solidFill>
              <a:srgbClr val="DCD8EB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7810500" y="3486150"/>
            <a:ext cx="2667000" cy="152400"/>
            <a:chOff x="0" y="0"/>
            <a:chExt cx="3556000" cy="2032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556000" cy="203200"/>
            </a:xfrm>
            <a:custGeom>
              <a:avLst/>
              <a:gdLst/>
              <a:ahLst/>
              <a:cxnLst/>
              <a:rect r="r" b="b" t="t" l="l"/>
              <a:pathLst>
                <a:path h="203200" w="3556000">
                  <a:moveTo>
                    <a:pt x="0" y="33909"/>
                  </a:moveTo>
                  <a:cubicBezTo>
                    <a:pt x="0" y="15113"/>
                    <a:pt x="15113" y="0"/>
                    <a:pt x="33909" y="0"/>
                  </a:cubicBezTo>
                  <a:lnTo>
                    <a:pt x="3522091" y="0"/>
                  </a:lnTo>
                  <a:cubicBezTo>
                    <a:pt x="3540887" y="0"/>
                    <a:pt x="3556000" y="15113"/>
                    <a:pt x="3556000" y="33909"/>
                  </a:cubicBezTo>
                  <a:lnTo>
                    <a:pt x="3556000" y="169291"/>
                  </a:lnTo>
                  <a:cubicBezTo>
                    <a:pt x="3556000" y="187960"/>
                    <a:pt x="3540887" y="203200"/>
                    <a:pt x="3522091" y="203200"/>
                  </a:cubicBezTo>
                  <a:lnTo>
                    <a:pt x="33909" y="203200"/>
                  </a:lnTo>
                  <a:cubicBezTo>
                    <a:pt x="15113" y="203200"/>
                    <a:pt x="0" y="188087"/>
                    <a:pt x="0" y="169291"/>
                  </a:cubicBezTo>
                  <a:close/>
                </a:path>
              </a:pathLst>
            </a:custGeom>
            <a:solidFill>
              <a:srgbClr val="E6E1F4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367712" y="4176712"/>
            <a:ext cx="1514475" cy="1514475"/>
            <a:chOff x="0" y="0"/>
            <a:chExt cx="2019300" cy="20193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19050" y="19050"/>
              <a:ext cx="1981200" cy="1981200"/>
            </a:xfrm>
            <a:custGeom>
              <a:avLst/>
              <a:gdLst/>
              <a:ahLst/>
              <a:cxnLst/>
              <a:rect r="r" b="b" t="t" l="l"/>
              <a:pathLst>
                <a:path h="1981200" w="1981200">
                  <a:moveTo>
                    <a:pt x="0" y="990600"/>
                  </a:moveTo>
                  <a:cubicBezTo>
                    <a:pt x="0" y="443484"/>
                    <a:pt x="443484" y="0"/>
                    <a:pt x="990600" y="0"/>
                  </a:cubicBezTo>
                  <a:cubicBezTo>
                    <a:pt x="1537716" y="0"/>
                    <a:pt x="1981200" y="443484"/>
                    <a:pt x="1981200" y="990600"/>
                  </a:cubicBezTo>
                  <a:cubicBezTo>
                    <a:pt x="1981200" y="1537716"/>
                    <a:pt x="1537716" y="1981200"/>
                    <a:pt x="990600" y="1981200"/>
                  </a:cubicBezTo>
                  <a:cubicBezTo>
                    <a:pt x="443484" y="1981200"/>
                    <a:pt x="0" y="1537716"/>
                    <a:pt x="0" y="9906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019300" cy="2019300"/>
            </a:xfrm>
            <a:custGeom>
              <a:avLst/>
              <a:gdLst/>
              <a:ahLst/>
              <a:cxnLst/>
              <a:rect r="r" b="b" t="t" l="l"/>
              <a:pathLst>
                <a:path h="2019300" w="2019300">
                  <a:moveTo>
                    <a:pt x="0" y="1009650"/>
                  </a:moveTo>
                  <a:cubicBezTo>
                    <a:pt x="0" y="451993"/>
                    <a:pt x="451993" y="0"/>
                    <a:pt x="1009650" y="0"/>
                  </a:cubicBezTo>
                  <a:lnTo>
                    <a:pt x="1009650" y="19050"/>
                  </a:lnTo>
                  <a:lnTo>
                    <a:pt x="1009650" y="0"/>
                  </a:lnTo>
                  <a:cubicBezTo>
                    <a:pt x="1567307" y="0"/>
                    <a:pt x="2019300" y="451993"/>
                    <a:pt x="2019300" y="1009650"/>
                  </a:cubicBezTo>
                  <a:lnTo>
                    <a:pt x="2000250" y="1009650"/>
                  </a:lnTo>
                  <a:lnTo>
                    <a:pt x="2019300" y="1009650"/>
                  </a:lnTo>
                  <a:cubicBezTo>
                    <a:pt x="2019300" y="1567307"/>
                    <a:pt x="1567307" y="2019300"/>
                    <a:pt x="1009650" y="2019300"/>
                  </a:cubicBezTo>
                  <a:lnTo>
                    <a:pt x="1009650" y="2000250"/>
                  </a:lnTo>
                  <a:lnTo>
                    <a:pt x="1009650" y="2019300"/>
                  </a:lnTo>
                  <a:cubicBezTo>
                    <a:pt x="451993" y="2019300"/>
                    <a:pt x="0" y="1567307"/>
                    <a:pt x="0" y="1009650"/>
                  </a:cubicBezTo>
                  <a:lnTo>
                    <a:pt x="19050" y="1009650"/>
                  </a:lnTo>
                  <a:lnTo>
                    <a:pt x="38100" y="1009650"/>
                  </a:lnTo>
                  <a:lnTo>
                    <a:pt x="19050" y="1009650"/>
                  </a:lnTo>
                  <a:lnTo>
                    <a:pt x="0" y="1009650"/>
                  </a:lnTo>
                  <a:moveTo>
                    <a:pt x="38100" y="1009650"/>
                  </a:moveTo>
                  <a:cubicBezTo>
                    <a:pt x="38100" y="1020191"/>
                    <a:pt x="29591" y="1028700"/>
                    <a:pt x="19050" y="1028700"/>
                  </a:cubicBezTo>
                  <a:cubicBezTo>
                    <a:pt x="8509" y="1028700"/>
                    <a:pt x="0" y="1020191"/>
                    <a:pt x="0" y="1009650"/>
                  </a:cubicBezTo>
                  <a:cubicBezTo>
                    <a:pt x="0" y="999109"/>
                    <a:pt x="8509" y="990600"/>
                    <a:pt x="19050" y="990600"/>
                  </a:cubicBezTo>
                  <a:cubicBezTo>
                    <a:pt x="29591" y="990600"/>
                    <a:pt x="38100" y="999109"/>
                    <a:pt x="38100" y="1009650"/>
                  </a:cubicBezTo>
                  <a:cubicBezTo>
                    <a:pt x="38100" y="1546225"/>
                    <a:pt x="473075" y="1981200"/>
                    <a:pt x="1009650" y="1981200"/>
                  </a:cubicBezTo>
                  <a:cubicBezTo>
                    <a:pt x="1546225" y="1981200"/>
                    <a:pt x="1981200" y="1546225"/>
                    <a:pt x="1981200" y="1009650"/>
                  </a:cubicBezTo>
                  <a:cubicBezTo>
                    <a:pt x="1981200" y="473075"/>
                    <a:pt x="1546225" y="38100"/>
                    <a:pt x="1009650" y="38100"/>
                  </a:cubicBezTo>
                  <a:lnTo>
                    <a:pt x="1009650" y="19050"/>
                  </a:lnTo>
                  <a:lnTo>
                    <a:pt x="1009650" y="38100"/>
                  </a:lnTo>
                  <a:cubicBezTo>
                    <a:pt x="473075" y="38100"/>
                    <a:pt x="38100" y="473075"/>
                    <a:pt x="38100" y="10096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019300" cy="201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10B98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2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7241858" y="5972175"/>
            <a:ext cx="380428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36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Elegir fecha y hora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562850" y="6857314"/>
            <a:ext cx="3162300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Disponibilidad calculada en tiempo real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2553950" y="3124200"/>
            <a:ext cx="4038600" cy="5657850"/>
            <a:chOff x="0" y="0"/>
            <a:chExt cx="5384800" cy="75438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25400" y="25400"/>
              <a:ext cx="5334000" cy="7493000"/>
            </a:xfrm>
            <a:custGeom>
              <a:avLst/>
              <a:gdLst/>
              <a:ahLst/>
              <a:cxnLst/>
              <a:rect r="r" b="b" t="t" l="l"/>
              <a:pathLst>
                <a:path h="7493000" w="5334000">
                  <a:moveTo>
                    <a:pt x="0" y="891413"/>
                  </a:moveTo>
                  <a:cubicBezTo>
                    <a:pt x="0" y="399161"/>
                    <a:pt x="398018" y="0"/>
                    <a:pt x="889000" y="0"/>
                  </a:cubicBezTo>
                  <a:lnTo>
                    <a:pt x="4445000" y="0"/>
                  </a:lnTo>
                  <a:cubicBezTo>
                    <a:pt x="4935982" y="0"/>
                    <a:pt x="5334000" y="399161"/>
                    <a:pt x="5334000" y="891413"/>
                  </a:cubicBezTo>
                  <a:lnTo>
                    <a:pt x="5334000" y="6601587"/>
                  </a:lnTo>
                  <a:cubicBezTo>
                    <a:pt x="5334000" y="7093966"/>
                    <a:pt x="4935982" y="7493000"/>
                    <a:pt x="4445000" y="7493000"/>
                  </a:cubicBezTo>
                  <a:lnTo>
                    <a:pt x="889000" y="7493000"/>
                  </a:lnTo>
                  <a:cubicBezTo>
                    <a:pt x="398018" y="7493000"/>
                    <a:pt x="0" y="7093839"/>
                    <a:pt x="0" y="660158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384800" cy="7543800"/>
            </a:xfrm>
            <a:custGeom>
              <a:avLst/>
              <a:gdLst/>
              <a:ahLst/>
              <a:cxnLst/>
              <a:rect r="r" b="b" t="t" l="l"/>
              <a:pathLst>
                <a:path h="7543800" w="5384800">
                  <a:moveTo>
                    <a:pt x="0" y="916813"/>
                  </a:moveTo>
                  <a:cubicBezTo>
                    <a:pt x="0" y="410591"/>
                    <a:pt x="409321" y="0"/>
                    <a:pt x="914400" y="0"/>
                  </a:cubicBezTo>
                  <a:lnTo>
                    <a:pt x="4470400" y="0"/>
                  </a:lnTo>
                  <a:lnTo>
                    <a:pt x="4470400" y="25400"/>
                  </a:lnTo>
                  <a:lnTo>
                    <a:pt x="4470400" y="0"/>
                  </a:lnTo>
                  <a:cubicBezTo>
                    <a:pt x="4975479" y="0"/>
                    <a:pt x="5384800" y="410591"/>
                    <a:pt x="5384800" y="916813"/>
                  </a:cubicBezTo>
                  <a:lnTo>
                    <a:pt x="5359400" y="916813"/>
                  </a:lnTo>
                  <a:lnTo>
                    <a:pt x="5384800" y="916813"/>
                  </a:lnTo>
                  <a:lnTo>
                    <a:pt x="5384800" y="6626987"/>
                  </a:lnTo>
                  <a:lnTo>
                    <a:pt x="5359400" y="6626987"/>
                  </a:lnTo>
                  <a:lnTo>
                    <a:pt x="5384800" y="6626987"/>
                  </a:lnTo>
                  <a:cubicBezTo>
                    <a:pt x="5384800" y="7133336"/>
                    <a:pt x="4975479" y="7543800"/>
                    <a:pt x="4470400" y="7543800"/>
                  </a:cubicBezTo>
                  <a:lnTo>
                    <a:pt x="4470400" y="7518400"/>
                  </a:lnTo>
                  <a:lnTo>
                    <a:pt x="4470400" y="7543800"/>
                  </a:lnTo>
                  <a:lnTo>
                    <a:pt x="914400" y="7543800"/>
                  </a:lnTo>
                  <a:lnTo>
                    <a:pt x="914400" y="7518400"/>
                  </a:lnTo>
                  <a:lnTo>
                    <a:pt x="914400" y="7543800"/>
                  </a:lnTo>
                  <a:cubicBezTo>
                    <a:pt x="409321" y="7543800"/>
                    <a:pt x="0" y="7133209"/>
                    <a:pt x="0" y="6626987"/>
                  </a:cubicBezTo>
                  <a:lnTo>
                    <a:pt x="0" y="916813"/>
                  </a:lnTo>
                  <a:lnTo>
                    <a:pt x="25400" y="916813"/>
                  </a:lnTo>
                  <a:lnTo>
                    <a:pt x="0" y="916813"/>
                  </a:lnTo>
                  <a:moveTo>
                    <a:pt x="50800" y="916813"/>
                  </a:moveTo>
                  <a:lnTo>
                    <a:pt x="50800" y="6626987"/>
                  </a:lnTo>
                  <a:lnTo>
                    <a:pt x="25400" y="6626987"/>
                  </a:lnTo>
                  <a:lnTo>
                    <a:pt x="50800" y="6626987"/>
                  </a:lnTo>
                  <a:cubicBezTo>
                    <a:pt x="50800" y="7105269"/>
                    <a:pt x="437515" y="7493000"/>
                    <a:pt x="914400" y="7493000"/>
                  </a:cubicBezTo>
                  <a:lnTo>
                    <a:pt x="4470400" y="7493000"/>
                  </a:lnTo>
                  <a:cubicBezTo>
                    <a:pt x="4947285" y="7493000"/>
                    <a:pt x="5334000" y="7105269"/>
                    <a:pt x="5334000" y="6626987"/>
                  </a:cubicBezTo>
                  <a:lnTo>
                    <a:pt x="5334000" y="916813"/>
                  </a:lnTo>
                  <a:cubicBezTo>
                    <a:pt x="5334000" y="438531"/>
                    <a:pt x="4947285" y="50800"/>
                    <a:pt x="4470400" y="50800"/>
                  </a:cubicBezTo>
                  <a:lnTo>
                    <a:pt x="914400" y="50800"/>
                  </a:lnTo>
                  <a:lnTo>
                    <a:pt x="914400" y="25400"/>
                  </a:lnTo>
                  <a:lnTo>
                    <a:pt x="914400" y="50800"/>
                  </a:lnTo>
                  <a:cubicBezTo>
                    <a:pt x="437515" y="50800"/>
                    <a:pt x="50800" y="438531"/>
                    <a:pt x="50800" y="916813"/>
                  </a:cubicBezTo>
                  <a:close/>
                </a:path>
              </a:pathLst>
            </a:custGeom>
            <a:solidFill>
              <a:srgbClr val="DCD8EB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3239750" y="3486150"/>
            <a:ext cx="2667000" cy="152400"/>
            <a:chOff x="0" y="0"/>
            <a:chExt cx="3556000" cy="2032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556000" cy="203200"/>
            </a:xfrm>
            <a:custGeom>
              <a:avLst/>
              <a:gdLst/>
              <a:ahLst/>
              <a:cxnLst/>
              <a:rect r="r" b="b" t="t" l="l"/>
              <a:pathLst>
                <a:path h="203200" w="3556000">
                  <a:moveTo>
                    <a:pt x="0" y="33909"/>
                  </a:moveTo>
                  <a:cubicBezTo>
                    <a:pt x="0" y="15113"/>
                    <a:pt x="15113" y="0"/>
                    <a:pt x="33909" y="0"/>
                  </a:cubicBezTo>
                  <a:lnTo>
                    <a:pt x="3522091" y="0"/>
                  </a:lnTo>
                  <a:cubicBezTo>
                    <a:pt x="3540887" y="0"/>
                    <a:pt x="3556000" y="15113"/>
                    <a:pt x="3556000" y="33909"/>
                  </a:cubicBezTo>
                  <a:lnTo>
                    <a:pt x="3556000" y="169291"/>
                  </a:lnTo>
                  <a:cubicBezTo>
                    <a:pt x="3556000" y="187960"/>
                    <a:pt x="3540887" y="203200"/>
                    <a:pt x="3522091" y="203200"/>
                  </a:cubicBezTo>
                  <a:lnTo>
                    <a:pt x="33909" y="203200"/>
                  </a:lnTo>
                  <a:cubicBezTo>
                    <a:pt x="15113" y="203200"/>
                    <a:pt x="0" y="188087"/>
                    <a:pt x="0" y="169291"/>
                  </a:cubicBezTo>
                  <a:close/>
                </a:path>
              </a:pathLst>
            </a:custGeom>
            <a:solidFill>
              <a:srgbClr val="E6E1F4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3796962" y="4176712"/>
            <a:ext cx="1514475" cy="1514475"/>
            <a:chOff x="0" y="0"/>
            <a:chExt cx="2019300" cy="20193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19050" y="19050"/>
              <a:ext cx="1981200" cy="1981200"/>
            </a:xfrm>
            <a:custGeom>
              <a:avLst/>
              <a:gdLst/>
              <a:ahLst/>
              <a:cxnLst/>
              <a:rect r="r" b="b" t="t" l="l"/>
              <a:pathLst>
                <a:path h="1981200" w="1981200">
                  <a:moveTo>
                    <a:pt x="0" y="990600"/>
                  </a:moveTo>
                  <a:cubicBezTo>
                    <a:pt x="0" y="443484"/>
                    <a:pt x="443484" y="0"/>
                    <a:pt x="990600" y="0"/>
                  </a:cubicBezTo>
                  <a:cubicBezTo>
                    <a:pt x="1537716" y="0"/>
                    <a:pt x="1981200" y="443484"/>
                    <a:pt x="1981200" y="990600"/>
                  </a:cubicBezTo>
                  <a:cubicBezTo>
                    <a:pt x="1981200" y="1537716"/>
                    <a:pt x="1537716" y="1981200"/>
                    <a:pt x="990600" y="1981200"/>
                  </a:cubicBezTo>
                  <a:cubicBezTo>
                    <a:pt x="443484" y="1981200"/>
                    <a:pt x="0" y="1537716"/>
                    <a:pt x="0" y="9906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019300" cy="2019300"/>
            </a:xfrm>
            <a:custGeom>
              <a:avLst/>
              <a:gdLst/>
              <a:ahLst/>
              <a:cxnLst/>
              <a:rect r="r" b="b" t="t" l="l"/>
              <a:pathLst>
                <a:path h="2019300" w="2019300">
                  <a:moveTo>
                    <a:pt x="0" y="1009650"/>
                  </a:moveTo>
                  <a:cubicBezTo>
                    <a:pt x="0" y="451993"/>
                    <a:pt x="451993" y="0"/>
                    <a:pt x="1009650" y="0"/>
                  </a:cubicBezTo>
                  <a:lnTo>
                    <a:pt x="1009650" y="19050"/>
                  </a:lnTo>
                  <a:lnTo>
                    <a:pt x="1009650" y="0"/>
                  </a:lnTo>
                  <a:cubicBezTo>
                    <a:pt x="1567307" y="0"/>
                    <a:pt x="2019300" y="451993"/>
                    <a:pt x="2019300" y="1009650"/>
                  </a:cubicBezTo>
                  <a:lnTo>
                    <a:pt x="2000250" y="1009650"/>
                  </a:lnTo>
                  <a:lnTo>
                    <a:pt x="2019300" y="1009650"/>
                  </a:lnTo>
                  <a:cubicBezTo>
                    <a:pt x="2019300" y="1567307"/>
                    <a:pt x="1567307" y="2019300"/>
                    <a:pt x="1009650" y="2019300"/>
                  </a:cubicBezTo>
                  <a:lnTo>
                    <a:pt x="1009650" y="2000250"/>
                  </a:lnTo>
                  <a:lnTo>
                    <a:pt x="1009650" y="2019300"/>
                  </a:lnTo>
                  <a:cubicBezTo>
                    <a:pt x="451993" y="2019300"/>
                    <a:pt x="0" y="1567307"/>
                    <a:pt x="0" y="1009650"/>
                  </a:cubicBezTo>
                  <a:lnTo>
                    <a:pt x="19050" y="1009650"/>
                  </a:lnTo>
                  <a:lnTo>
                    <a:pt x="38100" y="1009650"/>
                  </a:lnTo>
                  <a:lnTo>
                    <a:pt x="19050" y="1009650"/>
                  </a:lnTo>
                  <a:lnTo>
                    <a:pt x="0" y="1009650"/>
                  </a:lnTo>
                  <a:moveTo>
                    <a:pt x="38100" y="1009650"/>
                  </a:moveTo>
                  <a:cubicBezTo>
                    <a:pt x="38100" y="1020191"/>
                    <a:pt x="29591" y="1028700"/>
                    <a:pt x="19050" y="1028700"/>
                  </a:cubicBezTo>
                  <a:cubicBezTo>
                    <a:pt x="8509" y="1028700"/>
                    <a:pt x="0" y="1020191"/>
                    <a:pt x="0" y="1009650"/>
                  </a:cubicBezTo>
                  <a:cubicBezTo>
                    <a:pt x="0" y="999109"/>
                    <a:pt x="8509" y="990600"/>
                    <a:pt x="19050" y="990600"/>
                  </a:cubicBezTo>
                  <a:cubicBezTo>
                    <a:pt x="29591" y="990600"/>
                    <a:pt x="38100" y="999109"/>
                    <a:pt x="38100" y="1009650"/>
                  </a:cubicBezTo>
                  <a:cubicBezTo>
                    <a:pt x="38100" y="1546225"/>
                    <a:pt x="473075" y="1981200"/>
                    <a:pt x="1009650" y="1981200"/>
                  </a:cubicBezTo>
                  <a:cubicBezTo>
                    <a:pt x="1546225" y="1981200"/>
                    <a:pt x="1981200" y="1546225"/>
                    <a:pt x="1981200" y="1009650"/>
                  </a:cubicBezTo>
                  <a:cubicBezTo>
                    <a:pt x="1981200" y="473075"/>
                    <a:pt x="1546225" y="38100"/>
                    <a:pt x="1009650" y="38100"/>
                  </a:cubicBezTo>
                  <a:lnTo>
                    <a:pt x="1009650" y="19050"/>
                  </a:lnTo>
                  <a:lnTo>
                    <a:pt x="1009650" y="38100"/>
                  </a:lnTo>
                  <a:cubicBezTo>
                    <a:pt x="473075" y="38100"/>
                    <a:pt x="38100" y="473075"/>
                    <a:pt x="38100" y="10096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2019300" cy="201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3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2685931" y="5972175"/>
            <a:ext cx="3774638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Confirmar reserva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3115925" y="6857314"/>
            <a:ext cx="2914650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Resumen final antes de crear la cita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6000750" y="5715000"/>
            <a:ext cx="857250" cy="571500"/>
            <a:chOff x="0" y="0"/>
            <a:chExt cx="1143000" cy="7620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143000" cy="762000"/>
            </a:xfrm>
            <a:custGeom>
              <a:avLst/>
              <a:gdLst/>
              <a:ahLst/>
              <a:cxnLst/>
              <a:rect r="r" b="b" t="t" l="l"/>
              <a:pathLst>
                <a:path h="762000" w="1143000">
                  <a:moveTo>
                    <a:pt x="0" y="190500"/>
                  </a:moveTo>
                  <a:lnTo>
                    <a:pt x="762000" y="190500"/>
                  </a:lnTo>
                  <a:lnTo>
                    <a:pt x="762000" y="0"/>
                  </a:lnTo>
                  <a:lnTo>
                    <a:pt x="1143000" y="381000"/>
                  </a:lnTo>
                  <a:lnTo>
                    <a:pt x="762000" y="762000"/>
                  </a:lnTo>
                  <a:lnTo>
                    <a:pt x="762000" y="571500"/>
                  </a:lnTo>
                  <a:lnTo>
                    <a:pt x="0" y="5715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1430000" y="5715000"/>
            <a:ext cx="857250" cy="571500"/>
            <a:chOff x="0" y="0"/>
            <a:chExt cx="1143000" cy="7620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143000" cy="762000"/>
            </a:xfrm>
            <a:custGeom>
              <a:avLst/>
              <a:gdLst/>
              <a:ahLst/>
              <a:cxnLst/>
              <a:rect r="r" b="b" t="t" l="l"/>
              <a:pathLst>
                <a:path h="762000" w="1143000">
                  <a:moveTo>
                    <a:pt x="0" y="190500"/>
                  </a:moveTo>
                  <a:lnTo>
                    <a:pt x="762000" y="190500"/>
                  </a:lnTo>
                  <a:lnTo>
                    <a:pt x="762000" y="0"/>
                  </a:lnTo>
                  <a:lnTo>
                    <a:pt x="1143000" y="381000"/>
                  </a:lnTo>
                  <a:lnTo>
                    <a:pt x="762000" y="762000"/>
                  </a:lnTo>
                  <a:lnTo>
                    <a:pt x="762000" y="571500"/>
                  </a:lnTo>
                  <a:lnTo>
                    <a:pt x="0" y="5715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</p:spTree>
  </p:cSld>
  <p:clrMapOvr>
    <a:masterClrMapping/>
  </p:clrMapOvr>
  <p:transition spd="fast">
    <p:fade/>
  </p:transition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7750" y="666750"/>
            <a:ext cx="1104900" cy="533400"/>
            <a:chOff x="0" y="0"/>
            <a:chExt cx="1473200" cy="711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3200" cy="711200"/>
            </a:xfrm>
            <a:custGeom>
              <a:avLst/>
              <a:gdLst/>
              <a:ahLst/>
              <a:cxnLst/>
              <a:rect r="r" b="b" t="t" l="l"/>
              <a:pathLst>
                <a:path h="711200" w="1473200">
                  <a:moveTo>
                    <a:pt x="0" y="118491"/>
                  </a:moveTo>
                  <a:cubicBezTo>
                    <a:pt x="0" y="53086"/>
                    <a:pt x="53086" y="0"/>
                    <a:pt x="118491" y="0"/>
                  </a:cubicBezTo>
                  <a:lnTo>
                    <a:pt x="1354582" y="0"/>
                  </a:lnTo>
                  <a:cubicBezTo>
                    <a:pt x="1420114" y="0"/>
                    <a:pt x="1473200" y="53086"/>
                    <a:pt x="1473200" y="118491"/>
                  </a:cubicBezTo>
                  <a:lnTo>
                    <a:pt x="1473200" y="592709"/>
                  </a:lnTo>
                  <a:cubicBezTo>
                    <a:pt x="1473200" y="658114"/>
                    <a:pt x="1420114" y="711200"/>
                    <a:pt x="1354709" y="711200"/>
                  </a:cubicBezTo>
                  <a:lnTo>
                    <a:pt x="118491" y="711200"/>
                  </a:lnTo>
                  <a:cubicBezTo>
                    <a:pt x="53086" y="711200"/>
                    <a:pt x="0" y="658114"/>
                    <a:pt x="0" y="592709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73200" cy="711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09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47750" y="1362075"/>
            <a:ext cx="7150656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sz="51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Panel de administración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47750" y="2417970"/>
            <a:ext cx="18714202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El negocio dispone de una herramienta para controlar la agenda, clientes y configuración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271588" y="3393008"/>
            <a:ext cx="15744825" cy="6124575"/>
            <a:chOff x="0" y="0"/>
            <a:chExt cx="20993100" cy="8166100"/>
          </a:xfrm>
        </p:grpSpPr>
        <p:grpSp>
          <p:nvGrpSpPr>
            <p:cNvPr name="Group 16" id="16"/>
            <p:cNvGrpSpPr/>
            <p:nvPr/>
          </p:nvGrpSpPr>
          <p:grpSpPr>
            <a:xfrm rot="0">
              <a:off x="0" y="0"/>
              <a:ext cx="11976100" cy="8166100"/>
              <a:chOff x="0" y="0"/>
              <a:chExt cx="11976100" cy="81661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19050" y="19050"/>
                <a:ext cx="11938000" cy="8128000"/>
              </a:xfrm>
              <a:custGeom>
                <a:avLst/>
                <a:gdLst/>
                <a:ahLst/>
                <a:cxnLst/>
                <a:rect r="r" b="b" t="t" l="l"/>
                <a:pathLst>
                  <a:path h="8128000" w="11938000">
                    <a:moveTo>
                      <a:pt x="0" y="1354709"/>
                    </a:moveTo>
                    <a:cubicBezTo>
                      <a:pt x="0" y="606552"/>
                      <a:pt x="607441" y="0"/>
                      <a:pt x="1356741" y="0"/>
                    </a:cubicBezTo>
                    <a:lnTo>
                      <a:pt x="10581259" y="0"/>
                    </a:lnTo>
                    <a:cubicBezTo>
                      <a:pt x="11330559" y="0"/>
                      <a:pt x="11938000" y="606552"/>
                      <a:pt x="11938000" y="1354709"/>
                    </a:cubicBezTo>
                    <a:lnTo>
                      <a:pt x="11938000" y="6773291"/>
                    </a:lnTo>
                    <a:cubicBezTo>
                      <a:pt x="11938000" y="7521448"/>
                      <a:pt x="11330559" y="8128000"/>
                      <a:pt x="10581259" y="8128000"/>
                    </a:cubicBezTo>
                    <a:lnTo>
                      <a:pt x="1356741" y="8128000"/>
                    </a:lnTo>
                    <a:cubicBezTo>
                      <a:pt x="607441" y="8128000"/>
                      <a:pt x="0" y="7521448"/>
                      <a:pt x="0" y="677329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1976100" cy="8166100"/>
              </a:xfrm>
              <a:custGeom>
                <a:avLst/>
                <a:gdLst/>
                <a:ahLst/>
                <a:cxnLst/>
                <a:rect r="r" b="b" t="t" l="l"/>
                <a:pathLst>
                  <a:path h="8166100" w="11976100">
                    <a:moveTo>
                      <a:pt x="0" y="1373759"/>
                    </a:moveTo>
                    <a:cubicBezTo>
                      <a:pt x="0" y="615061"/>
                      <a:pt x="615950" y="0"/>
                      <a:pt x="1375791" y="0"/>
                    </a:cubicBezTo>
                    <a:lnTo>
                      <a:pt x="10600309" y="0"/>
                    </a:lnTo>
                    <a:lnTo>
                      <a:pt x="10600309" y="19050"/>
                    </a:lnTo>
                    <a:lnTo>
                      <a:pt x="10600309" y="0"/>
                    </a:lnTo>
                    <a:cubicBezTo>
                      <a:pt x="11360150" y="0"/>
                      <a:pt x="11976100" y="615061"/>
                      <a:pt x="11976100" y="1373759"/>
                    </a:cubicBezTo>
                    <a:lnTo>
                      <a:pt x="11957050" y="1373759"/>
                    </a:lnTo>
                    <a:lnTo>
                      <a:pt x="11976100" y="1373759"/>
                    </a:lnTo>
                    <a:lnTo>
                      <a:pt x="11976100" y="6792341"/>
                    </a:lnTo>
                    <a:lnTo>
                      <a:pt x="11957050" y="6792341"/>
                    </a:lnTo>
                    <a:lnTo>
                      <a:pt x="11976100" y="6792341"/>
                    </a:lnTo>
                    <a:cubicBezTo>
                      <a:pt x="11976100" y="7551039"/>
                      <a:pt x="11360150" y="8166100"/>
                      <a:pt x="10600309" y="8166100"/>
                    </a:cubicBezTo>
                    <a:lnTo>
                      <a:pt x="10600309" y="8147050"/>
                    </a:lnTo>
                    <a:lnTo>
                      <a:pt x="10600309" y="8166100"/>
                    </a:lnTo>
                    <a:lnTo>
                      <a:pt x="1375791" y="8166100"/>
                    </a:lnTo>
                    <a:lnTo>
                      <a:pt x="1375791" y="8147050"/>
                    </a:lnTo>
                    <a:lnTo>
                      <a:pt x="1375791" y="8166100"/>
                    </a:lnTo>
                    <a:cubicBezTo>
                      <a:pt x="615950" y="8166100"/>
                      <a:pt x="0" y="7551039"/>
                      <a:pt x="0" y="6792341"/>
                    </a:cubicBezTo>
                    <a:lnTo>
                      <a:pt x="0" y="1373759"/>
                    </a:lnTo>
                    <a:lnTo>
                      <a:pt x="19050" y="1373759"/>
                    </a:lnTo>
                    <a:lnTo>
                      <a:pt x="0" y="1373759"/>
                    </a:lnTo>
                    <a:moveTo>
                      <a:pt x="38100" y="1373759"/>
                    </a:moveTo>
                    <a:lnTo>
                      <a:pt x="38100" y="6792341"/>
                    </a:lnTo>
                    <a:lnTo>
                      <a:pt x="19050" y="6792341"/>
                    </a:lnTo>
                    <a:lnTo>
                      <a:pt x="38100" y="6792341"/>
                    </a:lnTo>
                    <a:cubicBezTo>
                      <a:pt x="38100" y="7529957"/>
                      <a:pt x="636905" y="8128000"/>
                      <a:pt x="1375791" y="8128000"/>
                    </a:cubicBezTo>
                    <a:lnTo>
                      <a:pt x="10600309" y="8128000"/>
                    </a:lnTo>
                    <a:cubicBezTo>
                      <a:pt x="11339195" y="8128000"/>
                      <a:pt x="11938000" y="7529957"/>
                      <a:pt x="11938000" y="6792341"/>
                    </a:cubicBezTo>
                    <a:lnTo>
                      <a:pt x="11938000" y="1373759"/>
                    </a:lnTo>
                    <a:cubicBezTo>
                      <a:pt x="11938000" y="636143"/>
                      <a:pt x="11339195" y="38100"/>
                      <a:pt x="10600309" y="38100"/>
                    </a:cubicBezTo>
                    <a:lnTo>
                      <a:pt x="1375791" y="38100"/>
                    </a:lnTo>
                    <a:lnTo>
                      <a:pt x="1375791" y="19050"/>
                    </a:lnTo>
                    <a:lnTo>
                      <a:pt x="1375791" y="38100"/>
                    </a:lnTo>
                    <a:cubicBezTo>
                      <a:pt x="636905" y="38100"/>
                      <a:pt x="38100" y="636143"/>
                      <a:pt x="38100" y="13737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19" id="19"/>
            <p:cNvGrpSpPr/>
            <p:nvPr/>
          </p:nvGrpSpPr>
          <p:grpSpPr>
            <a:xfrm rot="0">
              <a:off x="19050" y="19050"/>
              <a:ext cx="2794000" cy="8128000"/>
              <a:chOff x="0" y="0"/>
              <a:chExt cx="2794000" cy="81280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2794000" cy="8128000"/>
              </a:xfrm>
              <a:custGeom>
                <a:avLst/>
                <a:gdLst/>
                <a:ahLst/>
                <a:cxnLst/>
                <a:rect r="r" b="b" t="t" l="l"/>
                <a:pathLst>
                  <a:path h="8128000" w="2794000">
                    <a:moveTo>
                      <a:pt x="0" y="465709"/>
                    </a:moveTo>
                    <a:cubicBezTo>
                      <a:pt x="0" y="208534"/>
                      <a:pt x="208534" y="0"/>
                      <a:pt x="465709" y="0"/>
                    </a:cubicBezTo>
                    <a:lnTo>
                      <a:pt x="2328291" y="0"/>
                    </a:lnTo>
                    <a:cubicBezTo>
                      <a:pt x="2585466" y="0"/>
                      <a:pt x="2794000" y="208534"/>
                      <a:pt x="2794000" y="465709"/>
                    </a:cubicBezTo>
                    <a:lnTo>
                      <a:pt x="2794000" y="7662291"/>
                    </a:lnTo>
                    <a:cubicBezTo>
                      <a:pt x="2794000" y="7919466"/>
                      <a:pt x="2585466" y="8128000"/>
                      <a:pt x="2328291" y="8128000"/>
                    </a:cubicBezTo>
                    <a:lnTo>
                      <a:pt x="465709" y="8128000"/>
                    </a:lnTo>
                    <a:cubicBezTo>
                      <a:pt x="208534" y="8128000"/>
                      <a:pt x="0" y="7919466"/>
                      <a:pt x="0" y="7662291"/>
                    </a:cubicBezTo>
                    <a:close/>
                  </a:path>
                </a:pathLst>
              </a:custGeom>
              <a:solidFill>
                <a:srgbClr val="F5F3FF"/>
              </a:solidFill>
            </p:spPr>
          </p:sp>
        </p:grpSp>
        <p:sp>
          <p:nvSpPr>
            <p:cNvPr name="TextBox 21" id="21"/>
            <p:cNvSpPr txBox="true"/>
            <p:nvPr/>
          </p:nvSpPr>
          <p:spPr>
            <a:xfrm rot="0">
              <a:off x="91361" y="527050"/>
              <a:ext cx="2649379" cy="546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39"/>
                </a:lnSpc>
              </a:pPr>
              <a:r>
                <a:rPr lang="en-US" sz="2699">
                  <a:solidFill>
                    <a:srgbClr val="191821"/>
                  </a:solidFill>
                  <a:latin typeface="Aptos"/>
                  <a:ea typeface="Aptos"/>
                  <a:cs typeface="Aptos"/>
                  <a:sym typeface="Aptos"/>
                </a:rPr>
                <a:t>Admin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83805" y="1838363"/>
              <a:ext cx="2264489" cy="21844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39"/>
                </a:lnSpc>
              </a:pPr>
              <a:r>
                <a:rPr lang="en-US" sz="2699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Dashboard</a:t>
              </a:r>
            </a:p>
            <a:p>
              <a:pPr algn="ctr">
                <a:lnSpc>
                  <a:spcPts val="3239"/>
                </a:lnSpc>
              </a:pPr>
              <a:r>
                <a:rPr lang="en-US" sz="2699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Calendario</a:t>
              </a:r>
            </a:p>
            <a:p>
              <a:pPr algn="ctr">
                <a:lnSpc>
                  <a:spcPts val="3239"/>
                </a:lnSpc>
              </a:pPr>
              <a:r>
                <a:rPr lang="en-US" sz="2699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Servicios</a:t>
              </a:r>
            </a:p>
            <a:p>
              <a:pPr algn="ctr">
                <a:lnSpc>
                  <a:spcPts val="3239"/>
                </a:lnSpc>
              </a:pPr>
              <a:r>
                <a:rPr lang="en-US" sz="2699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Clientes</a:t>
              </a:r>
            </a:p>
          </p:txBody>
        </p:sp>
        <p:grpSp>
          <p:nvGrpSpPr>
            <p:cNvPr name="Group 23" id="23"/>
            <p:cNvGrpSpPr/>
            <p:nvPr/>
          </p:nvGrpSpPr>
          <p:grpSpPr>
            <a:xfrm rot="0">
              <a:off x="3429000" y="1397000"/>
              <a:ext cx="2120900" cy="1612900"/>
              <a:chOff x="0" y="0"/>
              <a:chExt cx="2120900" cy="16129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19050" y="19050"/>
                <a:ext cx="2082800" cy="1574927"/>
              </a:xfrm>
              <a:custGeom>
                <a:avLst/>
                <a:gdLst/>
                <a:ahLst/>
                <a:cxnLst/>
                <a:rect r="r" b="b" t="t" l="l"/>
                <a:pathLst>
                  <a:path h="1574927" w="2082800">
                    <a:moveTo>
                      <a:pt x="0" y="262509"/>
                    </a:moveTo>
                    <a:cubicBezTo>
                      <a:pt x="0" y="117475"/>
                      <a:pt x="118237" y="0"/>
                      <a:pt x="264033" y="0"/>
                    </a:cubicBezTo>
                    <a:lnTo>
                      <a:pt x="1818767" y="0"/>
                    </a:lnTo>
                    <a:cubicBezTo>
                      <a:pt x="1964563" y="0"/>
                      <a:pt x="2082800" y="117475"/>
                      <a:pt x="2082800" y="262509"/>
                    </a:cubicBezTo>
                    <a:lnTo>
                      <a:pt x="2082800" y="1312418"/>
                    </a:lnTo>
                    <a:cubicBezTo>
                      <a:pt x="2082800" y="1457325"/>
                      <a:pt x="1964563" y="1574927"/>
                      <a:pt x="1818767" y="1574927"/>
                    </a:cubicBezTo>
                    <a:lnTo>
                      <a:pt x="264033" y="1574927"/>
                    </a:lnTo>
                    <a:cubicBezTo>
                      <a:pt x="118237" y="1574927"/>
                      <a:pt x="0" y="1457452"/>
                      <a:pt x="0" y="1312418"/>
                    </a:cubicBezTo>
                    <a:close/>
                  </a:path>
                </a:pathLst>
              </a:custGeom>
              <a:solidFill>
                <a:srgbClr val="FAFAFD"/>
              </a:solidFill>
            </p:spPr>
          </p:sp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2120900" cy="1613027"/>
              </a:xfrm>
              <a:custGeom>
                <a:avLst/>
                <a:gdLst/>
                <a:ahLst/>
                <a:cxnLst/>
                <a:rect r="r" b="b" t="t" l="l"/>
                <a:pathLst>
                  <a:path h="1613027" w="2120900">
                    <a:moveTo>
                      <a:pt x="0" y="281559"/>
                    </a:moveTo>
                    <a:cubicBezTo>
                      <a:pt x="0" y="125984"/>
                      <a:pt x="126873" y="0"/>
                      <a:pt x="283083" y="0"/>
                    </a:cubicBezTo>
                    <a:lnTo>
                      <a:pt x="1837817" y="0"/>
                    </a:lnTo>
                    <a:lnTo>
                      <a:pt x="1837817" y="19050"/>
                    </a:lnTo>
                    <a:lnTo>
                      <a:pt x="1837817" y="0"/>
                    </a:lnTo>
                    <a:cubicBezTo>
                      <a:pt x="1994027" y="0"/>
                      <a:pt x="2120900" y="125984"/>
                      <a:pt x="2120900" y="281559"/>
                    </a:cubicBezTo>
                    <a:lnTo>
                      <a:pt x="2101850" y="281559"/>
                    </a:lnTo>
                    <a:lnTo>
                      <a:pt x="2120900" y="281559"/>
                    </a:lnTo>
                    <a:lnTo>
                      <a:pt x="2120900" y="1331468"/>
                    </a:lnTo>
                    <a:lnTo>
                      <a:pt x="2101850" y="1331468"/>
                    </a:lnTo>
                    <a:lnTo>
                      <a:pt x="2120900" y="1331468"/>
                    </a:lnTo>
                    <a:cubicBezTo>
                      <a:pt x="2120900" y="1487043"/>
                      <a:pt x="1994027" y="1613027"/>
                      <a:pt x="1837817" y="1613027"/>
                    </a:cubicBezTo>
                    <a:lnTo>
                      <a:pt x="1837817" y="1593977"/>
                    </a:lnTo>
                    <a:lnTo>
                      <a:pt x="1837817" y="1612900"/>
                    </a:lnTo>
                    <a:lnTo>
                      <a:pt x="283083" y="1612900"/>
                    </a:lnTo>
                    <a:lnTo>
                      <a:pt x="283083" y="1593850"/>
                    </a:lnTo>
                    <a:lnTo>
                      <a:pt x="283083" y="1612900"/>
                    </a:lnTo>
                    <a:cubicBezTo>
                      <a:pt x="126873" y="1612900"/>
                      <a:pt x="0" y="1486916"/>
                      <a:pt x="0" y="1331341"/>
                    </a:cubicBezTo>
                    <a:lnTo>
                      <a:pt x="0" y="281559"/>
                    </a:lnTo>
                    <a:lnTo>
                      <a:pt x="19050" y="281559"/>
                    </a:lnTo>
                    <a:lnTo>
                      <a:pt x="0" y="281559"/>
                    </a:lnTo>
                    <a:moveTo>
                      <a:pt x="38100" y="281559"/>
                    </a:moveTo>
                    <a:lnTo>
                      <a:pt x="38100" y="1331468"/>
                    </a:lnTo>
                    <a:lnTo>
                      <a:pt x="19050" y="1331468"/>
                    </a:lnTo>
                    <a:lnTo>
                      <a:pt x="38100" y="1331468"/>
                    </a:lnTo>
                    <a:cubicBezTo>
                      <a:pt x="38100" y="1465707"/>
                      <a:pt x="147701" y="1574800"/>
                      <a:pt x="283083" y="1574800"/>
                    </a:cubicBezTo>
                    <a:lnTo>
                      <a:pt x="1837817" y="1574800"/>
                    </a:lnTo>
                    <a:cubicBezTo>
                      <a:pt x="1973199" y="1574800"/>
                      <a:pt x="2082800" y="1465707"/>
                      <a:pt x="2082800" y="1331341"/>
                    </a:cubicBezTo>
                    <a:lnTo>
                      <a:pt x="2082800" y="281559"/>
                    </a:lnTo>
                    <a:cubicBezTo>
                      <a:pt x="2082800" y="147193"/>
                      <a:pt x="1973199" y="38100"/>
                      <a:pt x="1837817" y="38100"/>
                    </a:cubicBezTo>
                    <a:lnTo>
                      <a:pt x="283083" y="38100"/>
                    </a:lnTo>
                    <a:lnTo>
                      <a:pt x="283083" y="19050"/>
                    </a:lnTo>
                    <a:lnTo>
                      <a:pt x="283083" y="38100"/>
                    </a:lnTo>
                    <a:cubicBezTo>
                      <a:pt x="147701" y="38100"/>
                      <a:pt x="38100" y="147193"/>
                      <a:pt x="38100" y="2815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26" id="26"/>
            <p:cNvGrpSpPr/>
            <p:nvPr/>
          </p:nvGrpSpPr>
          <p:grpSpPr>
            <a:xfrm rot="0">
              <a:off x="5969000" y="1397000"/>
              <a:ext cx="2120900" cy="1612900"/>
              <a:chOff x="0" y="0"/>
              <a:chExt cx="2120900" cy="16129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19050" y="19050"/>
                <a:ext cx="2082800" cy="1574927"/>
              </a:xfrm>
              <a:custGeom>
                <a:avLst/>
                <a:gdLst/>
                <a:ahLst/>
                <a:cxnLst/>
                <a:rect r="r" b="b" t="t" l="l"/>
                <a:pathLst>
                  <a:path h="1574927" w="2082800">
                    <a:moveTo>
                      <a:pt x="0" y="262509"/>
                    </a:moveTo>
                    <a:cubicBezTo>
                      <a:pt x="0" y="117475"/>
                      <a:pt x="118237" y="0"/>
                      <a:pt x="264033" y="0"/>
                    </a:cubicBezTo>
                    <a:lnTo>
                      <a:pt x="1818767" y="0"/>
                    </a:lnTo>
                    <a:cubicBezTo>
                      <a:pt x="1964563" y="0"/>
                      <a:pt x="2082800" y="117475"/>
                      <a:pt x="2082800" y="262509"/>
                    </a:cubicBezTo>
                    <a:lnTo>
                      <a:pt x="2082800" y="1312418"/>
                    </a:lnTo>
                    <a:cubicBezTo>
                      <a:pt x="2082800" y="1457325"/>
                      <a:pt x="1964563" y="1574927"/>
                      <a:pt x="1818767" y="1574927"/>
                    </a:cubicBezTo>
                    <a:lnTo>
                      <a:pt x="264033" y="1574927"/>
                    </a:lnTo>
                    <a:cubicBezTo>
                      <a:pt x="118237" y="1574927"/>
                      <a:pt x="0" y="1457452"/>
                      <a:pt x="0" y="1312418"/>
                    </a:cubicBezTo>
                    <a:close/>
                  </a:path>
                </a:pathLst>
              </a:custGeom>
              <a:solidFill>
                <a:srgbClr val="FAFAFD"/>
              </a:solidFill>
            </p:spPr>
          </p:sp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2120900" cy="1613027"/>
              </a:xfrm>
              <a:custGeom>
                <a:avLst/>
                <a:gdLst/>
                <a:ahLst/>
                <a:cxnLst/>
                <a:rect r="r" b="b" t="t" l="l"/>
                <a:pathLst>
                  <a:path h="1613027" w="2120900">
                    <a:moveTo>
                      <a:pt x="0" y="281559"/>
                    </a:moveTo>
                    <a:cubicBezTo>
                      <a:pt x="0" y="125984"/>
                      <a:pt x="126873" y="0"/>
                      <a:pt x="283083" y="0"/>
                    </a:cubicBezTo>
                    <a:lnTo>
                      <a:pt x="1837817" y="0"/>
                    </a:lnTo>
                    <a:lnTo>
                      <a:pt x="1837817" y="19050"/>
                    </a:lnTo>
                    <a:lnTo>
                      <a:pt x="1837817" y="0"/>
                    </a:lnTo>
                    <a:cubicBezTo>
                      <a:pt x="1994027" y="0"/>
                      <a:pt x="2120900" y="125984"/>
                      <a:pt x="2120900" y="281559"/>
                    </a:cubicBezTo>
                    <a:lnTo>
                      <a:pt x="2101850" y="281559"/>
                    </a:lnTo>
                    <a:lnTo>
                      <a:pt x="2120900" y="281559"/>
                    </a:lnTo>
                    <a:lnTo>
                      <a:pt x="2120900" y="1331468"/>
                    </a:lnTo>
                    <a:lnTo>
                      <a:pt x="2101850" y="1331468"/>
                    </a:lnTo>
                    <a:lnTo>
                      <a:pt x="2120900" y="1331468"/>
                    </a:lnTo>
                    <a:cubicBezTo>
                      <a:pt x="2120900" y="1487043"/>
                      <a:pt x="1994027" y="1613027"/>
                      <a:pt x="1837817" y="1613027"/>
                    </a:cubicBezTo>
                    <a:lnTo>
                      <a:pt x="1837817" y="1593977"/>
                    </a:lnTo>
                    <a:lnTo>
                      <a:pt x="1837817" y="1612900"/>
                    </a:lnTo>
                    <a:lnTo>
                      <a:pt x="283083" y="1612900"/>
                    </a:lnTo>
                    <a:lnTo>
                      <a:pt x="283083" y="1593850"/>
                    </a:lnTo>
                    <a:lnTo>
                      <a:pt x="283083" y="1612900"/>
                    </a:lnTo>
                    <a:cubicBezTo>
                      <a:pt x="126873" y="1612900"/>
                      <a:pt x="0" y="1486916"/>
                      <a:pt x="0" y="1331341"/>
                    </a:cubicBezTo>
                    <a:lnTo>
                      <a:pt x="0" y="281559"/>
                    </a:lnTo>
                    <a:lnTo>
                      <a:pt x="19050" y="281559"/>
                    </a:lnTo>
                    <a:lnTo>
                      <a:pt x="0" y="281559"/>
                    </a:lnTo>
                    <a:moveTo>
                      <a:pt x="38100" y="281559"/>
                    </a:moveTo>
                    <a:lnTo>
                      <a:pt x="38100" y="1331468"/>
                    </a:lnTo>
                    <a:lnTo>
                      <a:pt x="19050" y="1331468"/>
                    </a:lnTo>
                    <a:lnTo>
                      <a:pt x="38100" y="1331468"/>
                    </a:lnTo>
                    <a:cubicBezTo>
                      <a:pt x="38100" y="1465707"/>
                      <a:pt x="147701" y="1574800"/>
                      <a:pt x="283083" y="1574800"/>
                    </a:cubicBezTo>
                    <a:lnTo>
                      <a:pt x="1837817" y="1574800"/>
                    </a:lnTo>
                    <a:cubicBezTo>
                      <a:pt x="1973199" y="1574800"/>
                      <a:pt x="2082800" y="1465707"/>
                      <a:pt x="2082800" y="1331341"/>
                    </a:cubicBezTo>
                    <a:lnTo>
                      <a:pt x="2082800" y="281559"/>
                    </a:lnTo>
                    <a:cubicBezTo>
                      <a:pt x="2082800" y="147193"/>
                      <a:pt x="1973199" y="38100"/>
                      <a:pt x="1837817" y="38100"/>
                    </a:cubicBezTo>
                    <a:lnTo>
                      <a:pt x="283083" y="38100"/>
                    </a:lnTo>
                    <a:lnTo>
                      <a:pt x="283083" y="19050"/>
                    </a:lnTo>
                    <a:lnTo>
                      <a:pt x="283083" y="38100"/>
                    </a:lnTo>
                    <a:cubicBezTo>
                      <a:pt x="147701" y="38100"/>
                      <a:pt x="38100" y="147193"/>
                      <a:pt x="38100" y="2815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29" id="29"/>
            <p:cNvGrpSpPr/>
            <p:nvPr/>
          </p:nvGrpSpPr>
          <p:grpSpPr>
            <a:xfrm rot="0">
              <a:off x="8509000" y="1397000"/>
              <a:ext cx="2120900" cy="1612900"/>
              <a:chOff x="0" y="0"/>
              <a:chExt cx="2120900" cy="161290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19050" y="19050"/>
                <a:ext cx="2082800" cy="1574927"/>
              </a:xfrm>
              <a:custGeom>
                <a:avLst/>
                <a:gdLst/>
                <a:ahLst/>
                <a:cxnLst/>
                <a:rect r="r" b="b" t="t" l="l"/>
                <a:pathLst>
                  <a:path h="1574927" w="2082800">
                    <a:moveTo>
                      <a:pt x="0" y="262509"/>
                    </a:moveTo>
                    <a:cubicBezTo>
                      <a:pt x="0" y="117475"/>
                      <a:pt x="118237" y="0"/>
                      <a:pt x="264033" y="0"/>
                    </a:cubicBezTo>
                    <a:lnTo>
                      <a:pt x="1818767" y="0"/>
                    </a:lnTo>
                    <a:cubicBezTo>
                      <a:pt x="1964563" y="0"/>
                      <a:pt x="2082800" y="117475"/>
                      <a:pt x="2082800" y="262509"/>
                    </a:cubicBezTo>
                    <a:lnTo>
                      <a:pt x="2082800" y="1312418"/>
                    </a:lnTo>
                    <a:cubicBezTo>
                      <a:pt x="2082800" y="1457325"/>
                      <a:pt x="1964563" y="1574927"/>
                      <a:pt x="1818767" y="1574927"/>
                    </a:cubicBezTo>
                    <a:lnTo>
                      <a:pt x="264033" y="1574927"/>
                    </a:lnTo>
                    <a:cubicBezTo>
                      <a:pt x="118237" y="1574927"/>
                      <a:pt x="0" y="1457452"/>
                      <a:pt x="0" y="1312418"/>
                    </a:cubicBezTo>
                    <a:close/>
                  </a:path>
                </a:pathLst>
              </a:custGeom>
              <a:solidFill>
                <a:srgbClr val="FAFAFD"/>
              </a:solidFill>
            </p:spPr>
          </p:sp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2120900" cy="1613027"/>
              </a:xfrm>
              <a:custGeom>
                <a:avLst/>
                <a:gdLst/>
                <a:ahLst/>
                <a:cxnLst/>
                <a:rect r="r" b="b" t="t" l="l"/>
                <a:pathLst>
                  <a:path h="1613027" w="2120900">
                    <a:moveTo>
                      <a:pt x="0" y="281559"/>
                    </a:moveTo>
                    <a:cubicBezTo>
                      <a:pt x="0" y="125984"/>
                      <a:pt x="126873" y="0"/>
                      <a:pt x="283083" y="0"/>
                    </a:cubicBezTo>
                    <a:lnTo>
                      <a:pt x="1837817" y="0"/>
                    </a:lnTo>
                    <a:lnTo>
                      <a:pt x="1837817" y="19050"/>
                    </a:lnTo>
                    <a:lnTo>
                      <a:pt x="1837817" y="0"/>
                    </a:lnTo>
                    <a:cubicBezTo>
                      <a:pt x="1994027" y="0"/>
                      <a:pt x="2120900" y="125984"/>
                      <a:pt x="2120900" y="281559"/>
                    </a:cubicBezTo>
                    <a:lnTo>
                      <a:pt x="2101850" y="281559"/>
                    </a:lnTo>
                    <a:lnTo>
                      <a:pt x="2120900" y="281559"/>
                    </a:lnTo>
                    <a:lnTo>
                      <a:pt x="2120900" y="1331468"/>
                    </a:lnTo>
                    <a:lnTo>
                      <a:pt x="2101850" y="1331468"/>
                    </a:lnTo>
                    <a:lnTo>
                      <a:pt x="2120900" y="1331468"/>
                    </a:lnTo>
                    <a:cubicBezTo>
                      <a:pt x="2120900" y="1487043"/>
                      <a:pt x="1994027" y="1613027"/>
                      <a:pt x="1837817" y="1613027"/>
                    </a:cubicBezTo>
                    <a:lnTo>
                      <a:pt x="1837817" y="1593977"/>
                    </a:lnTo>
                    <a:lnTo>
                      <a:pt x="1837817" y="1612900"/>
                    </a:lnTo>
                    <a:lnTo>
                      <a:pt x="283083" y="1612900"/>
                    </a:lnTo>
                    <a:lnTo>
                      <a:pt x="283083" y="1593850"/>
                    </a:lnTo>
                    <a:lnTo>
                      <a:pt x="283083" y="1612900"/>
                    </a:lnTo>
                    <a:cubicBezTo>
                      <a:pt x="126873" y="1612900"/>
                      <a:pt x="0" y="1486916"/>
                      <a:pt x="0" y="1331341"/>
                    </a:cubicBezTo>
                    <a:lnTo>
                      <a:pt x="0" y="281559"/>
                    </a:lnTo>
                    <a:lnTo>
                      <a:pt x="19050" y="281559"/>
                    </a:lnTo>
                    <a:lnTo>
                      <a:pt x="0" y="281559"/>
                    </a:lnTo>
                    <a:moveTo>
                      <a:pt x="38100" y="281559"/>
                    </a:moveTo>
                    <a:lnTo>
                      <a:pt x="38100" y="1331468"/>
                    </a:lnTo>
                    <a:lnTo>
                      <a:pt x="19050" y="1331468"/>
                    </a:lnTo>
                    <a:lnTo>
                      <a:pt x="38100" y="1331468"/>
                    </a:lnTo>
                    <a:cubicBezTo>
                      <a:pt x="38100" y="1465707"/>
                      <a:pt x="147701" y="1574800"/>
                      <a:pt x="283083" y="1574800"/>
                    </a:cubicBezTo>
                    <a:lnTo>
                      <a:pt x="1837817" y="1574800"/>
                    </a:lnTo>
                    <a:cubicBezTo>
                      <a:pt x="1973199" y="1574800"/>
                      <a:pt x="2082800" y="1465707"/>
                      <a:pt x="2082800" y="1331341"/>
                    </a:cubicBezTo>
                    <a:lnTo>
                      <a:pt x="2082800" y="281559"/>
                    </a:lnTo>
                    <a:cubicBezTo>
                      <a:pt x="2082800" y="147193"/>
                      <a:pt x="1973199" y="38100"/>
                      <a:pt x="1837817" y="38100"/>
                    </a:cubicBezTo>
                    <a:lnTo>
                      <a:pt x="283083" y="38100"/>
                    </a:lnTo>
                    <a:lnTo>
                      <a:pt x="283083" y="19050"/>
                    </a:lnTo>
                    <a:lnTo>
                      <a:pt x="283083" y="38100"/>
                    </a:lnTo>
                    <a:cubicBezTo>
                      <a:pt x="147701" y="38100"/>
                      <a:pt x="38100" y="147193"/>
                      <a:pt x="38100" y="281559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grpSp>
          <p:nvGrpSpPr>
            <p:cNvPr name="Group 32" id="32"/>
            <p:cNvGrpSpPr/>
            <p:nvPr/>
          </p:nvGrpSpPr>
          <p:grpSpPr>
            <a:xfrm rot="0">
              <a:off x="3663950" y="1812963"/>
              <a:ext cx="1651000" cy="780974"/>
              <a:chOff x="0" y="0"/>
              <a:chExt cx="1651000" cy="780974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1651000" cy="780974"/>
              </a:xfrm>
              <a:custGeom>
                <a:avLst/>
                <a:gdLst/>
                <a:ahLst/>
                <a:cxnLst/>
                <a:rect r="r" b="b" t="t" l="l"/>
                <a:pathLst>
                  <a:path h="780974" w="1651000">
                    <a:moveTo>
                      <a:pt x="0" y="130162"/>
                    </a:moveTo>
                    <a:cubicBezTo>
                      <a:pt x="0" y="58248"/>
                      <a:pt x="45466" y="0"/>
                      <a:pt x="101600" y="0"/>
                    </a:cubicBezTo>
                    <a:lnTo>
                      <a:pt x="1549400" y="0"/>
                    </a:lnTo>
                    <a:cubicBezTo>
                      <a:pt x="1605534" y="0"/>
                      <a:pt x="1651000" y="58248"/>
                      <a:pt x="1651000" y="130162"/>
                    </a:cubicBezTo>
                    <a:lnTo>
                      <a:pt x="1651000" y="650812"/>
                    </a:lnTo>
                    <a:cubicBezTo>
                      <a:pt x="1651000" y="722727"/>
                      <a:pt x="1605534" y="780974"/>
                      <a:pt x="1549400" y="780974"/>
                    </a:cubicBezTo>
                    <a:lnTo>
                      <a:pt x="101600" y="780974"/>
                    </a:lnTo>
                    <a:cubicBezTo>
                      <a:pt x="45466" y="780974"/>
                      <a:pt x="0" y="722727"/>
                      <a:pt x="0" y="650812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0" y="0"/>
                <a:ext cx="1651000" cy="78097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39"/>
                  </a:lnSpc>
                </a:pPr>
                <a:r>
                  <a:rPr lang="en-US" sz="2699" b="true">
                    <a:solidFill>
                      <a:srgbClr val="10B981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350 €</a:t>
                </a:r>
              </a:p>
            </p:txBody>
          </p:sp>
        </p:grpSp>
        <p:grpSp>
          <p:nvGrpSpPr>
            <p:cNvPr name="Group 35" id="35"/>
            <p:cNvGrpSpPr/>
            <p:nvPr/>
          </p:nvGrpSpPr>
          <p:grpSpPr>
            <a:xfrm rot="0">
              <a:off x="6203950" y="1838363"/>
              <a:ext cx="1651000" cy="780974"/>
              <a:chOff x="0" y="0"/>
              <a:chExt cx="1651000" cy="78097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1651000" cy="780974"/>
              </a:xfrm>
              <a:custGeom>
                <a:avLst/>
                <a:gdLst/>
                <a:ahLst/>
                <a:cxnLst/>
                <a:rect r="r" b="b" t="t" l="l"/>
                <a:pathLst>
                  <a:path h="780974" w="1651000">
                    <a:moveTo>
                      <a:pt x="0" y="130162"/>
                    </a:moveTo>
                    <a:cubicBezTo>
                      <a:pt x="0" y="58248"/>
                      <a:pt x="45466" y="0"/>
                      <a:pt x="101600" y="0"/>
                    </a:cubicBezTo>
                    <a:lnTo>
                      <a:pt x="1549400" y="0"/>
                    </a:lnTo>
                    <a:cubicBezTo>
                      <a:pt x="1605534" y="0"/>
                      <a:pt x="1651000" y="58248"/>
                      <a:pt x="1651000" y="130162"/>
                    </a:cubicBezTo>
                    <a:lnTo>
                      <a:pt x="1651000" y="650812"/>
                    </a:lnTo>
                    <a:cubicBezTo>
                      <a:pt x="1651000" y="722727"/>
                      <a:pt x="1605534" y="780974"/>
                      <a:pt x="1549400" y="780974"/>
                    </a:cubicBezTo>
                    <a:lnTo>
                      <a:pt x="101600" y="780974"/>
                    </a:lnTo>
                    <a:cubicBezTo>
                      <a:pt x="45466" y="780974"/>
                      <a:pt x="0" y="722727"/>
                      <a:pt x="0" y="650812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0"/>
                <a:ext cx="1651000" cy="78097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39"/>
                  </a:lnSpc>
                </a:pPr>
                <a:r>
                  <a:rPr lang="en-US" sz="2699" b="true">
                    <a:solidFill>
                      <a:srgbClr val="7C3AED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12</a:t>
                </a: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0">
              <a:off x="8743950" y="1838362"/>
              <a:ext cx="1651000" cy="780976"/>
              <a:chOff x="0" y="0"/>
              <a:chExt cx="1651000" cy="780976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651000" cy="780976"/>
              </a:xfrm>
              <a:custGeom>
                <a:avLst/>
                <a:gdLst/>
                <a:ahLst/>
                <a:cxnLst/>
                <a:rect r="r" b="b" t="t" l="l"/>
                <a:pathLst>
                  <a:path h="780976" w="1651000">
                    <a:moveTo>
                      <a:pt x="0" y="130163"/>
                    </a:moveTo>
                    <a:cubicBezTo>
                      <a:pt x="0" y="58248"/>
                      <a:pt x="45466" y="0"/>
                      <a:pt x="101600" y="0"/>
                    </a:cubicBezTo>
                    <a:lnTo>
                      <a:pt x="1549400" y="0"/>
                    </a:lnTo>
                    <a:cubicBezTo>
                      <a:pt x="1605534" y="0"/>
                      <a:pt x="1651000" y="58248"/>
                      <a:pt x="1651000" y="130163"/>
                    </a:cubicBezTo>
                    <a:lnTo>
                      <a:pt x="1651000" y="650813"/>
                    </a:lnTo>
                    <a:cubicBezTo>
                      <a:pt x="1651000" y="722728"/>
                      <a:pt x="1605534" y="780976"/>
                      <a:pt x="1549400" y="780976"/>
                    </a:cubicBezTo>
                    <a:lnTo>
                      <a:pt x="101600" y="780976"/>
                    </a:lnTo>
                    <a:cubicBezTo>
                      <a:pt x="45466" y="780976"/>
                      <a:pt x="0" y="722728"/>
                      <a:pt x="0" y="650813"/>
                    </a:cubicBezTo>
                    <a:close/>
                  </a:path>
                </a:pathLst>
              </a:custGeom>
              <a:solidFill>
                <a:srgbClr val="F4F0FF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0" y="0"/>
                <a:ext cx="1651000" cy="78097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 b="true">
                    <a:solidFill>
                      <a:srgbClr val="10B981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4</a:t>
                </a:r>
              </a:p>
            </p:txBody>
          </p:sp>
        </p:grpSp>
        <p:grpSp>
          <p:nvGrpSpPr>
            <p:cNvPr name="Group 41" id="41"/>
            <p:cNvGrpSpPr/>
            <p:nvPr/>
          </p:nvGrpSpPr>
          <p:grpSpPr>
            <a:xfrm rot="0">
              <a:off x="3429000" y="4064000"/>
              <a:ext cx="7912100" cy="2959100"/>
              <a:chOff x="0" y="0"/>
              <a:chExt cx="7912100" cy="2959100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19050" y="19050"/>
                <a:ext cx="7874000" cy="2921000"/>
              </a:xfrm>
              <a:custGeom>
                <a:avLst/>
                <a:gdLst/>
                <a:ahLst/>
                <a:cxnLst/>
                <a:rect r="r" b="b" t="t" l="l"/>
                <a:pathLst>
                  <a:path h="2921000" w="7874000">
                    <a:moveTo>
                      <a:pt x="0" y="486791"/>
                    </a:moveTo>
                    <a:cubicBezTo>
                      <a:pt x="0" y="217932"/>
                      <a:pt x="219710" y="0"/>
                      <a:pt x="490855" y="0"/>
                    </a:cubicBezTo>
                    <a:lnTo>
                      <a:pt x="7383145" y="0"/>
                    </a:lnTo>
                    <a:cubicBezTo>
                      <a:pt x="7654163" y="0"/>
                      <a:pt x="7874000" y="217932"/>
                      <a:pt x="7874000" y="486791"/>
                    </a:cubicBezTo>
                    <a:lnTo>
                      <a:pt x="7874000" y="2434209"/>
                    </a:lnTo>
                    <a:cubicBezTo>
                      <a:pt x="7874000" y="2703068"/>
                      <a:pt x="7654289" y="2921000"/>
                      <a:pt x="7383145" y="2921000"/>
                    </a:cubicBezTo>
                    <a:lnTo>
                      <a:pt x="490855" y="2921000"/>
                    </a:lnTo>
                    <a:cubicBezTo>
                      <a:pt x="219710" y="2921000"/>
                      <a:pt x="0" y="2703068"/>
                      <a:pt x="0" y="2434209"/>
                    </a:cubicBezTo>
                    <a:close/>
                  </a:path>
                </a:pathLst>
              </a:custGeom>
              <a:solidFill>
                <a:srgbClr val="FAFAFD"/>
              </a:solidFill>
            </p:spPr>
          </p:sp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7912100" cy="2959100"/>
              </a:xfrm>
              <a:custGeom>
                <a:avLst/>
                <a:gdLst/>
                <a:ahLst/>
                <a:cxnLst/>
                <a:rect r="r" b="b" t="t" l="l"/>
                <a:pathLst>
                  <a:path h="2959100" w="7912100">
                    <a:moveTo>
                      <a:pt x="0" y="505841"/>
                    </a:moveTo>
                    <a:cubicBezTo>
                      <a:pt x="0" y="226314"/>
                      <a:pt x="228473" y="0"/>
                      <a:pt x="509905" y="0"/>
                    </a:cubicBezTo>
                    <a:lnTo>
                      <a:pt x="7402195" y="0"/>
                    </a:lnTo>
                    <a:lnTo>
                      <a:pt x="7402195" y="19050"/>
                    </a:lnTo>
                    <a:lnTo>
                      <a:pt x="7402195" y="0"/>
                    </a:lnTo>
                    <a:cubicBezTo>
                      <a:pt x="7683627" y="0"/>
                      <a:pt x="7912100" y="226314"/>
                      <a:pt x="7912100" y="505841"/>
                    </a:cubicBezTo>
                    <a:lnTo>
                      <a:pt x="7893050" y="505841"/>
                    </a:lnTo>
                    <a:lnTo>
                      <a:pt x="7912100" y="505841"/>
                    </a:lnTo>
                    <a:lnTo>
                      <a:pt x="7912100" y="2453259"/>
                    </a:lnTo>
                    <a:lnTo>
                      <a:pt x="7893050" y="2453259"/>
                    </a:lnTo>
                    <a:lnTo>
                      <a:pt x="7912100" y="2453259"/>
                    </a:lnTo>
                    <a:cubicBezTo>
                      <a:pt x="7912100" y="2732786"/>
                      <a:pt x="7683627" y="2959100"/>
                      <a:pt x="7402195" y="2959100"/>
                    </a:cubicBezTo>
                    <a:lnTo>
                      <a:pt x="7402195" y="2940050"/>
                    </a:lnTo>
                    <a:lnTo>
                      <a:pt x="7402195" y="2959100"/>
                    </a:lnTo>
                    <a:lnTo>
                      <a:pt x="509905" y="2959100"/>
                    </a:lnTo>
                    <a:lnTo>
                      <a:pt x="509905" y="2940050"/>
                    </a:lnTo>
                    <a:lnTo>
                      <a:pt x="509905" y="2959100"/>
                    </a:lnTo>
                    <a:cubicBezTo>
                      <a:pt x="228473" y="2959100"/>
                      <a:pt x="0" y="2732786"/>
                      <a:pt x="0" y="2453259"/>
                    </a:cubicBezTo>
                    <a:lnTo>
                      <a:pt x="0" y="505841"/>
                    </a:lnTo>
                    <a:lnTo>
                      <a:pt x="19050" y="505841"/>
                    </a:lnTo>
                    <a:lnTo>
                      <a:pt x="0" y="505841"/>
                    </a:lnTo>
                    <a:moveTo>
                      <a:pt x="38100" y="505841"/>
                    </a:moveTo>
                    <a:lnTo>
                      <a:pt x="38100" y="2453259"/>
                    </a:lnTo>
                    <a:lnTo>
                      <a:pt x="19050" y="2453259"/>
                    </a:lnTo>
                    <a:lnTo>
                      <a:pt x="38100" y="2453259"/>
                    </a:lnTo>
                    <a:cubicBezTo>
                      <a:pt x="38100" y="2711450"/>
                      <a:pt x="249174" y="2921000"/>
                      <a:pt x="509905" y="2921000"/>
                    </a:cubicBezTo>
                    <a:lnTo>
                      <a:pt x="7402195" y="2921000"/>
                    </a:lnTo>
                    <a:cubicBezTo>
                      <a:pt x="7662926" y="2921000"/>
                      <a:pt x="7874000" y="2711450"/>
                      <a:pt x="7874000" y="2453259"/>
                    </a:cubicBezTo>
                    <a:lnTo>
                      <a:pt x="7874000" y="505841"/>
                    </a:lnTo>
                    <a:cubicBezTo>
                      <a:pt x="7874000" y="247650"/>
                      <a:pt x="7662926" y="38100"/>
                      <a:pt x="7402195" y="38100"/>
                    </a:cubicBezTo>
                    <a:lnTo>
                      <a:pt x="509905" y="38100"/>
                    </a:lnTo>
                    <a:lnTo>
                      <a:pt x="509905" y="19050"/>
                    </a:lnTo>
                    <a:lnTo>
                      <a:pt x="509905" y="38100"/>
                    </a:lnTo>
                    <a:cubicBezTo>
                      <a:pt x="249174" y="38100"/>
                      <a:pt x="38100" y="247650"/>
                      <a:pt x="38100" y="505841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sp>
          <p:nvSpPr>
            <p:cNvPr name="TextBox 44" id="44"/>
            <p:cNvSpPr txBox="true"/>
            <p:nvPr/>
          </p:nvSpPr>
          <p:spPr>
            <a:xfrm rot="0">
              <a:off x="3956050" y="4359771"/>
              <a:ext cx="2893219" cy="546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191821"/>
                  </a:solidFill>
                  <a:latin typeface="Aptos"/>
                  <a:ea typeface="Aptos"/>
                  <a:cs typeface="Aptos"/>
                  <a:sym typeface="Aptos"/>
                </a:rPr>
                <a:t>Agenda del día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3956050" y="5134471"/>
              <a:ext cx="6350000" cy="1638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09:30  Corte completo</a:t>
              </a:r>
            </a:p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11:00  Mechas</a:t>
              </a:r>
            </a:p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696776"/>
                  </a:solidFill>
                  <a:latin typeface="Aptos"/>
                  <a:ea typeface="Aptos"/>
                  <a:cs typeface="Aptos"/>
                  <a:sym typeface="Aptos"/>
                </a:rPr>
                <a:t>13:15  Tratamiento</a:t>
              </a:r>
            </a:p>
          </p:txBody>
        </p:sp>
        <p:grpSp>
          <p:nvGrpSpPr>
            <p:cNvPr name="Group 46" id="46"/>
            <p:cNvGrpSpPr/>
            <p:nvPr/>
          </p:nvGrpSpPr>
          <p:grpSpPr>
            <a:xfrm rot="0">
              <a:off x="13081000" y="381000"/>
              <a:ext cx="7912100" cy="6769100"/>
              <a:chOff x="0" y="0"/>
              <a:chExt cx="7912100" cy="6769100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19050" y="19050"/>
                <a:ext cx="7874001" cy="6731000"/>
              </a:xfrm>
              <a:custGeom>
                <a:avLst/>
                <a:gdLst/>
                <a:ahLst/>
                <a:cxnLst/>
                <a:rect r="r" b="b" t="t" l="l"/>
                <a:pathLst>
                  <a:path h="6731000" w="7874001">
                    <a:moveTo>
                      <a:pt x="0" y="1121918"/>
                    </a:moveTo>
                    <a:cubicBezTo>
                      <a:pt x="0" y="502285"/>
                      <a:pt x="502666" y="0"/>
                      <a:pt x="1122807" y="0"/>
                    </a:cubicBezTo>
                    <a:lnTo>
                      <a:pt x="6751193" y="0"/>
                    </a:lnTo>
                    <a:cubicBezTo>
                      <a:pt x="7371335" y="0"/>
                      <a:pt x="7874001" y="502285"/>
                      <a:pt x="7874001" y="1121918"/>
                    </a:cubicBezTo>
                    <a:lnTo>
                      <a:pt x="7874001" y="5609082"/>
                    </a:lnTo>
                    <a:cubicBezTo>
                      <a:pt x="7874001" y="6228715"/>
                      <a:pt x="7371335" y="6731000"/>
                      <a:pt x="6751193" y="6731000"/>
                    </a:cubicBezTo>
                    <a:lnTo>
                      <a:pt x="1122807" y="6731000"/>
                    </a:lnTo>
                    <a:cubicBezTo>
                      <a:pt x="502666" y="6731000"/>
                      <a:pt x="0" y="6228715"/>
                      <a:pt x="0" y="5609082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7912100" cy="6769100"/>
              </a:xfrm>
              <a:custGeom>
                <a:avLst/>
                <a:gdLst/>
                <a:ahLst/>
                <a:cxnLst/>
                <a:rect r="r" b="b" t="t" l="l"/>
                <a:pathLst>
                  <a:path h="6769100" w="7912100">
                    <a:moveTo>
                      <a:pt x="0" y="1140968"/>
                    </a:moveTo>
                    <a:cubicBezTo>
                      <a:pt x="0" y="510794"/>
                      <a:pt x="511175" y="0"/>
                      <a:pt x="1141857" y="0"/>
                    </a:cubicBezTo>
                    <a:lnTo>
                      <a:pt x="6770243" y="0"/>
                    </a:lnTo>
                    <a:lnTo>
                      <a:pt x="6770243" y="19050"/>
                    </a:lnTo>
                    <a:lnTo>
                      <a:pt x="6770243" y="0"/>
                    </a:lnTo>
                    <a:cubicBezTo>
                      <a:pt x="7400925" y="0"/>
                      <a:pt x="7912100" y="510794"/>
                      <a:pt x="7912100" y="1140968"/>
                    </a:cubicBezTo>
                    <a:lnTo>
                      <a:pt x="7893050" y="1140968"/>
                    </a:lnTo>
                    <a:lnTo>
                      <a:pt x="7912100" y="1140968"/>
                    </a:lnTo>
                    <a:lnTo>
                      <a:pt x="7912100" y="5628132"/>
                    </a:lnTo>
                    <a:lnTo>
                      <a:pt x="7893050" y="5628132"/>
                    </a:lnTo>
                    <a:lnTo>
                      <a:pt x="7912100" y="5628132"/>
                    </a:lnTo>
                    <a:cubicBezTo>
                      <a:pt x="7912100" y="6258306"/>
                      <a:pt x="7400925" y="6769100"/>
                      <a:pt x="6770243" y="6769100"/>
                    </a:cubicBezTo>
                    <a:lnTo>
                      <a:pt x="6770243" y="6750050"/>
                    </a:lnTo>
                    <a:lnTo>
                      <a:pt x="6770243" y="6769100"/>
                    </a:lnTo>
                    <a:lnTo>
                      <a:pt x="1141857" y="6769100"/>
                    </a:lnTo>
                    <a:lnTo>
                      <a:pt x="1141857" y="6750050"/>
                    </a:lnTo>
                    <a:lnTo>
                      <a:pt x="1141857" y="6769100"/>
                    </a:lnTo>
                    <a:cubicBezTo>
                      <a:pt x="511175" y="6769100"/>
                      <a:pt x="0" y="6258306"/>
                      <a:pt x="0" y="5628132"/>
                    </a:cubicBezTo>
                    <a:lnTo>
                      <a:pt x="0" y="1140968"/>
                    </a:lnTo>
                    <a:lnTo>
                      <a:pt x="19050" y="1140968"/>
                    </a:lnTo>
                    <a:lnTo>
                      <a:pt x="0" y="1140968"/>
                    </a:lnTo>
                    <a:moveTo>
                      <a:pt x="38100" y="1140968"/>
                    </a:moveTo>
                    <a:lnTo>
                      <a:pt x="38100" y="5628132"/>
                    </a:lnTo>
                    <a:lnTo>
                      <a:pt x="19050" y="5628132"/>
                    </a:lnTo>
                    <a:lnTo>
                      <a:pt x="38100" y="5628132"/>
                    </a:lnTo>
                    <a:cubicBezTo>
                      <a:pt x="38100" y="6237224"/>
                      <a:pt x="532257" y="6731000"/>
                      <a:pt x="1141857" y="6731000"/>
                    </a:cubicBezTo>
                    <a:lnTo>
                      <a:pt x="6770243" y="6731000"/>
                    </a:lnTo>
                    <a:cubicBezTo>
                      <a:pt x="7379843" y="6731000"/>
                      <a:pt x="7874001" y="6237224"/>
                      <a:pt x="7874001" y="5628132"/>
                    </a:cubicBezTo>
                    <a:lnTo>
                      <a:pt x="7874001" y="1140968"/>
                    </a:lnTo>
                    <a:cubicBezTo>
                      <a:pt x="7874000" y="531876"/>
                      <a:pt x="7379843" y="38100"/>
                      <a:pt x="6770243" y="38100"/>
                    </a:cubicBezTo>
                    <a:lnTo>
                      <a:pt x="1141857" y="38100"/>
                    </a:lnTo>
                    <a:lnTo>
                      <a:pt x="1141857" y="19050"/>
                    </a:lnTo>
                    <a:lnTo>
                      <a:pt x="1141857" y="38100"/>
                    </a:lnTo>
                    <a:cubicBezTo>
                      <a:pt x="532257" y="38100"/>
                      <a:pt x="38100" y="531876"/>
                      <a:pt x="38100" y="1140968"/>
                    </a:cubicBezTo>
                    <a:close/>
                  </a:path>
                </a:pathLst>
              </a:custGeom>
              <a:solidFill>
                <a:srgbClr val="E8E4F2"/>
              </a:solidFill>
            </p:spPr>
          </p:sp>
        </p:grpSp>
        <p:sp>
          <p:nvSpPr>
            <p:cNvPr name="TextBox 49" id="49"/>
            <p:cNvSpPr txBox="true"/>
            <p:nvPr/>
          </p:nvSpPr>
          <p:spPr>
            <a:xfrm rot="0">
              <a:off x="14309725" y="1082675"/>
              <a:ext cx="5454650" cy="6381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9182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Funciones principales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13735050" y="2032496"/>
              <a:ext cx="6604000" cy="46640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26109" indent="-313054" lvl="1">
                <a:lnSpc>
                  <a:spcPts val="3479"/>
                </a:lnSpc>
                <a:buFont typeface="Arial"/>
                <a:buChar char="•"/>
              </a:pPr>
              <a:r>
                <a:rPr lang="en-US" sz="28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Dashboard con citas y métricas</a:t>
              </a:r>
            </a:p>
            <a:p>
              <a:pPr algn="l" marL="626109" indent="-313054" lvl="1">
                <a:lnSpc>
                  <a:spcPts val="3479"/>
                </a:lnSpc>
                <a:buFont typeface="Arial"/>
                <a:buChar char="•"/>
              </a:pPr>
              <a:r>
                <a:rPr lang="en-US" sz="28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Calendario semanal y diario</a:t>
              </a:r>
            </a:p>
            <a:p>
              <a:pPr algn="l" marL="626109" indent="-313054" lvl="1">
                <a:lnSpc>
                  <a:spcPts val="3479"/>
                </a:lnSpc>
                <a:buFont typeface="Arial"/>
                <a:buChar char="•"/>
              </a:pPr>
              <a:r>
                <a:rPr lang="en-US" sz="28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Gestión de servicios</a:t>
              </a:r>
            </a:p>
            <a:p>
              <a:pPr algn="l" marL="626109" indent="-313054" lvl="1">
                <a:lnSpc>
                  <a:spcPts val="3479"/>
                </a:lnSpc>
                <a:buFont typeface="Arial"/>
                <a:buChar char="•"/>
              </a:pPr>
              <a:r>
                <a:rPr lang="en-US" sz="28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Gestión de profesionales</a:t>
              </a:r>
            </a:p>
            <a:p>
              <a:pPr algn="l" marL="626109" indent="-313054" lvl="1">
                <a:lnSpc>
                  <a:spcPts val="3479"/>
                </a:lnSpc>
                <a:buFont typeface="Arial"/>
                <a:buChar char="•"/>
              </a:pPr>
              <a:r>
                <a:rPr lang="en-US" sz="28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Bloqueos y vacaciones</a:t>
              </a:r>
            </a:p>
            <a:p>
              <a:pPr algn="l" marL="626109" indent="-313054" lvl="1">
                <a:lnSpc>
                  <a:spcPts val="3479"/>
                </a:lnSpc>
                <a:buFont typeface="Arial"/>
                <a:buChar char="•"/>
              </a:pPr>
              <a:r>
                <a:rPr lang="en-US" sz="2899">
                  <a:solidFill>
                    <a:srgbClr val="464452"/>
                  </a:solidFill>
                  <a:latin typeface="Aptos"/>
                  <a:ea typeface="Aptos"/>
                  <a:cs typeface="Aptos"/>
                  <a:sym typeface="Aptos"/>
                </a:rPr>
                <a:t>Notas técnicas de clientes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7750" y="666750"/>
            <a:ext cx="1104900" cy="533400"/>
            <a:chOff x="0" y="0"/>
            <a:chExt cx="1473200" cy="711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3200" cy="711200"/>
            </a:xfrm>
            <a:custGeom>
              <a:avLst/>
              <a:gdLst/>
              <a:ahLst/>
              <a:cxnLst/>
              <a:rect r="r" b="b" t="t" l="l"/>
              <a:pathLst>
                <a:path h="711200" w="1473200">
                  <a:moveTo>
                    <a:pt x="0" y="118491"/>
                  </a:moveTo>
                  <a:cubicBezTo>
                    <a:pt x="0" y="53086"/>
                    <a:pt x="53086" y="0"/>
                    <a:pt x="118491" y="0"/>
                  </a:cubicBezTo>
                  <a:lnTo>
                    <a:pt x="1354582" y="0"/>
                  </a:lnTo>
                  <a:cubicBezTo>
                    <a:pt x="1420114" y="0"/>
                    <a:pt x="1473200" y="53086"/>
                    <a:pt x="1473200" y="118491"/>
                  </a:cubicBezTo>
                  <a:lnTo>
                    <a:pt x="1473200" y="592709"/>
                  </a:lnTo>
                  <a:cubicBezTo>
                    <a:pt x="1473200" y="658114"/>
                    <a:pt x="1420114" y="711200"/>
                    <a:pt x="1354709" y="711200"/>
                  </a:cubicBezTo>
                  <a:lnTo>
                    <a:pt x="118491" y="711200"/>
                  </a:lnTo>
                  <a:cubicBezTo>
                    <a:pt x="53086" y="711200"/>
                    <a:pt x="0" y="658114"/>
                    <a:pt x="0" y="592709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73200" cy="711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10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47750" y="1362075"/>
            <a:ext cx="745617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sz="51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Demo de funcionamiento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47750" y="2287891"/>
            <a:ext cx="9369266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Prueba real con vista de cliente y de administrador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pic>
        <p:nvPicPr>
          <p:cNvPr name="Picture 10" id="10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785" t="0" r="0" b="0"/>
          <a:stretch>
            <a:fillRect/>
          </a:stretch>
        </p:blipFill>
        <p:spPr>
          <a:xfrm flipH="false" flipV="false" rot="0">
            <a:off x="6341467" y="0"/>
            <a:ext cx="5605065" cy="10287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pic>
        <p:nvPicPr>
          <p:cNvPr name="Picture 10" id="10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2828" t="9291" r="1266" b="0"/>
          <a:stretch>
            <a:fillRect/>
          </a:stretch>
        </p:blipFill>
        <p:spPr>
          <a:xfrm flipH="false" flipV="false" rot="0">
            <a:off x="0" y="278687"/>
            <a:ext cx="18288000" cy="9729627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7750" y="666750"/>
            <a:ext cx="1104900" cy="533400"/>
            <a:chOff x="0" y="0"/>
            <a:chExt cx="1473200" cy="711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3200" cy="711200"/>
            </a:xfrm>
            <a:custGeom>
              <a:avLst/>
              <a:gdLst/>
              <a:ahLst/>
              <a:cxnLst/>
              <a:rect r="r" b="b" t="t" l="l"/>
              <a:pathLst>
                <a:path h="711200" w="1473200">
                  <a:moveTo>
                    <a:pt x="0" y="118491"/>
                  </a:moveTo>
                  <a:cubicBezTo>
                    <a:pt x="0" y="53086"/>
                    <a:pt x="53086" y="0"/>
                    <a:pt x="118491" y="0"/>
                  </a:cubicBezTo>
                  <a:lnTo>
                    <a:pt x="1354582" y="0"/>
                  </a:lnTo>
                  <a:cubicBezTo>
                    <a:pt x="1420114" y="0"/>
                    <a:pt x="1473200" y="53086"/>
                    <a:pt x="1473200" y="118491"/>
                  </a:cubicBezTo>
                  <a:lnTo>
                    <a:pt x="1473200" y="592709"/>
                  </a:lnTo>
                  <a:cubicBezTo>
                    <a:pt x="1473200" y="658114"/>
                    <a:pt x="1420114" y="711200"/>
                    <a:pt x="1354709" y="711200"/>
                  </a:cubicBezTo>
                  <a:lnTo>
                    <a:pt x="118491" y="711200"/>
                  </a:lnTo>
                  <a:cubicBezTo>
                    <a:pt x="53086" y="711200"/>
                    <a:pt x="0" y="658114"/>
                    <a:pt x="0" y="592709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73200" cy="711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11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47750" y="1362075"/>
            <a:ext cx="6280309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sz="51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Dificultades técnicas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04900" y="2381250"/>
            <a:ext cx="14597539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P</a:t>
            </a: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rincipales retos: gestión temporal, disponibilidad y sincronización de estados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414462" y="3224212"/>
            <a:ext cx="4981575" cy="4877484"/>
            <a:chOff x="0" y="0"/>
            <a:chExt cx="6642100" cy="650331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9050" y="20624"/>
              <a:ext cx="6604000" cy="6462065"/>
            </a:xfrm>
            <a:custGeom>
              <a:avLst/>
              <a:gdLst/>
              <a:ahLst/>
              <a:cxnLst/>
              <a:rect r="r" b="b" t="t" l="l"/>
              <a:pathLst>
                <a:path h="6462065" w="6604000">
                  <a:moveTo>
                    <a:pt x="0" y="1076965"/>
                  </a:moveTo>
                  <a:cubicBezTo>
                    <a:pt x="0" y="482180"/>
                    <a:pt x="445643" y="0"/>
                    <a:pt x="995426" y="0"/>
                  </a:cubicBezTo>
                  <a:lnTo>
                    <a:pt x="5608574" y="0"/>
                  </a:lnTo>
                  <a:cubicBezTo>
                    <a:pt x="6158357" y="0"/>
                    <a:pt x="6604000" y="482180"/>
                    <a:pt x="6604000" y="1076965"/>
                  </a:cubicBezTo>
                  <a:lnTo>
                    <a:pt x="6604000" y="5385099"/>
                  </a:lnTo>
                  <a:cubicBezTo>
                    <a:pt x="6604000" y="5979884"/>
                    <a:pt x="6158357" y="6462064"/>
                    <a:pt x="5608574" y="6462064"/>
                  </a:cubicBezTo>
                  <a:lnTo>
                    <a:pt x="995426" y="6462064"/>
                  </a:lnTo>
                  <a:cubicBezTo>
                    <a:pt x="445643" y="6462064"/>
                    <a:pt x="0" y="5979884"/>
                    <a:pt x="0" y="538509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642100" cy="6503312"/>
            </a:xfrm>
            <a:custGeom>
              <a:avLst/>
              <a:gdLst/>
              <a:ahLst/>
              <a:cxnLst/>
              <a:rect r="r" b="b" t="t" l="l"/>
              <a:pathLst>
                <a:path h="6503312" w="6642100">
                  <a:moveTo>
                    <a:pt x="0" y="1097589"/>
                  </a:moveTo>
                  <a:cubicBezTo>
                    <a:pt x="0" y="491392"/>
                    <a:pt x="454279" y="0"/>
                    <a:pt x="1014476" y="0"/>
                  </a:cubicBezTo>
                  <a:lnTo>
                    <a:pt x="5627624" y="0"/>
                  </a:lnTo>
                  <a:lnTo>
                    <a:pt x="5627624" y="20624"/>
                  </a:lnTo>
                  <a:lnTo>
                    <a:pt x="5627624" y="0"/>
                  </a:lnTo>
                  <a:cubicBezTo>
                    <a:pt x="6187821" y="0"/>
                    <a:pt x="6642100" y="491392"/>
                    <a:pt x="6642100" y="1097589"/>
                  </a:cubicBezTo>
                  <a:lnTo>
                    <a:pt x="6623050" y="1097589"/>
                  </a:lnTo>
                  <a:lnTo>
                    <a:pt x="6642100" y="1097589"/>
                  </a:lnTo>
                  <a:lnTo>
                    <a:pt x="6642100" y="5405723"/>
                  </a:lnTo>
                  <a:lnTo>
                    <a:pt x="6623050" y="5405723"/>
                  </a:lnTo>
                  <a:lnTo>
                    <a:pt x="6642100" y="5405723"/>
                  </a:lnTo>
                  <a:cubicBezTo>
                    <a:pt x="6642100" y="6011920"/>
                    <a:pt x="6187821" y="6503312"/>
                    <a:pt x="5627624" y="6503312"/>
                  </a:cubicBezTo>
                  <a:lnTo>
                    <a:pt x="5627624" y="6482688"/>
                  </a:lnTo>
                  <a:lnTo>
                    <a:pt x="5627624" y="6503312"/>
                  </a:lnTo>
                  <a:lnTo>
                    <a:pt x="1014476" y="6503312"/>
                  </a:lnTo>
                  <a:lnTo>
                    <a:pt x="1014476" y="6482688"/>
                  </a:lnTo>
                  <a:lnTo>
                    <a:pt x="1014476" y="6503312"/>
                  </a:lnTo>
                  <a:cubicBezTo>
                    <a:pt x="454279" y="6503312"/>
                    <a:pt x="0" y="6011920"/>
                    <a:pt x="0" y="5405723"/>
                  </a:cubicBezTo>
                  <a:lnTo>
                    <a:pt x="0" y="1097589"/>
                  </a:lnTo>
                  <a:lnTo>
                    <a:pt x="19050" y="1097589"/>
                  </a:lnTo>
                  <a:lnTo>
                    <a:pt x="0" y="1097589"/>
                  </a:lnTo>
                  <a:moveTo>
                    <a:pt x="38100" y="1097589"/>
                  </a:moveTo>
                  <a:lnTo>
                    <a:pt x="38100" y="5405723"/>
                  </a:lnTo>
                  <a:lnTo>
                    <a:pt x="19050" y="5405723"/>
                  </a:lnTo>
                  <a:lnTo>
                    <a:pt x="38100" y="5405723"/>
                  </a:lnTo>
                  <a:cubicBezTo>
                    <a:pt x="38100" y="5989096"/>
                    <a:pt x="475234" y="6462064"/>
                    <a:pt x="1014476" y="6462064"/>
                  </a:cubicBezTo>
                  <a:lnTo>
                    <a:pt x="5627624" y="6462064"/>
                  </a:lnTo>
                  <a:cubicBezTo>
                    <a:pt x="6166866" y="6462064"/>
                    <a:pt x="6604000" y="5989096"/>
                    <a:pt x="6604000" y="5405723"/>
                  </a:cubicBezTo>
                  <a:lnTo>
                    <a:pt x="6604000" y="1097589"/>
                  </a:lnTo>
                  <a:cubicBezTo>
                    <a:pt x="6604000" y="514215"/>
                    <a:pt x="6166866" y="41247"/>
                    <a:pt x="5627624" y="41247"/>
                  </a:cubicBezTo>
                  <a:lnTo>
                    <a:pt x="1014476" y="41247"/>
                  </a:lnTo>
                  <a:lnTo>
                    <a:pt x="1014476" y="20624"/>
                  </a:lnTo>
                  <a:lnTo>
                    <a:pt x="1014476" y="41247"/>
                  </a:lnTo>
                  <a:cubicBezTo>
                    <a:pt x="475234" y="41247"/>
                    <a:pt x="38100" y="514215"/>
                    <a:pt x="38100" y="1097589"/>
                  </a:cubicBezTo>
                  <a:close/>
                </a:path>
              </a:pathLst>
            </a:custGeom>
            <a:solidFill>
              <a:srgbClr val="E8E4F2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3128962" y="3319462"/>
            <a:ext cx="1552575" cy="1552575"/>
            <a:chOff x="0" y="0"/>
            <a:chExt cx="2070100" cy="20701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19050" y="19050"/>
              <a:ext cx="2032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2032000">
                  <a:moveTo>
                    <a:pt x="0" y="1016000"/>
                  </a:moveTo>
                  <a:cubicBezTo>
                    <a:pt x="0" y="454914"/>
                    <a:pt x="454914" y="0"/>
                    <a:pt x="1016000" y="0"/>
                  </a:cubicBezTo>
                  <a:cubicBezTo>
                    <a:pt x="1577086" y="0"/>
                    <a:pt x="2032000" y="454914"/>
                    <a:pt x="2032000" y="1016000"/>
                  </a:cubicBezTo>
                  <a:cubicBezTo>
                    <a:pt x="2032000" y="1577086"/>
                    <a:pt x="1577086" y="2032000"/>
                    <a:pt x="1016000" y="2032000"/>
                  </a:cubicBezTo>
                  <a:cubicBezTo>
                    <a:pt x="454914" y="2032000"/>
                    <a:pt x="0" y="1577086"/>
                    <a:pt x="0" y="10160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070100" cy="2070100"/>
            </a:xfrm>
            <a:custGeom>
              <a:avLst/>
              <a:gdLst/>
              <a:ahLst/>
              <a:cxnLst/>
              <a:rect r="r" b="b" t="t" l="l"/>
              <a:pathLst>
                <a:path h="2070100" w="2070100">
                  <a:moveTo>
                    <a:pt x="0" y="1035050"/>
                  </a:moveTo>
                  <a:cubicBezTo>
                    <a:pt x="0" y="463423"/>
                    <a:pt x="463423" y="0"/>
                    <a:pt x="1035050" y="0"/>
                  </a:cubicBezTo>
                  <a:lnTo>
                    <a:pt x="1035050" y="19050"/>
                  </a:lnTo>
                  <a:lnTo>
                    <a:pt x="1035050" y="0"/>
                  </a:lnTo>
                  <a:cubicBezTo>
                    <a:pt x="1606677" y="0"/>
                    <a:pt x="2070100" y="463423"/>
                    <a:pt x="2070100" y="1035050"/>
                  </a:cubicBezTo>
                  <a:lnTo>
                    <a:pt x="2051050" y="1035050"/>
                  </a:lnTo>
                  <a:lnTo>
                    <a:pt x="2070100" y="1035050"/>
                  </a:lnTo>
                  <a:cubicBezTo>
                    <a:pt x="2070100" y="1606677"/>
                    <a:pt x="1606677" y="2070100"/>
                    <a:pt x="1035050" y="2070100"/>
                  </a:cubicBezTo>
                  <a:lnTo>
                    <a:pt x="1035050" y="2051050"/>
                  </a:lnTo>
                  <a:lnTo>
                    <a:pt x="1035050" y="2070100"/>
                  </a:lnTo>
                  <a:cubicBezTo>
                    <a:pt x="463423" y="2070100"/>
                    <a:pt x="0" y="1606677"/>
                    <a:pt x="0" y="1035050"/>
                  </a:cubicBezTo>
                  <a:lnTo>
                    <a:pt x="19050" y="1035050"/>
                  </a:lnTo>
                  <a:lnTo>
                    <a:pt x="38100" y="1035050"/>
                  </a:lnTo>
                  <a:lnTo>
                    <a:pt x="19050" y="1035050"/>
                  </a:lnTo>
                  <a:lnTo>
                    <a:pt x="0" y="1035050"/>
                  </a:lnTo>
                  <a:moveTo>
                    <a:pt x="38100" y="1035050"/>
                  </a:moveTo>
                  <a:cubicBezTo>
                    <a:pt x="38100" y="1045591"/>
                    <a:pt x="29591" y="1054100"/>
                    <a:pt x="19050" y="1054100"/>
                  </a:cubicBezTo>
                  <a:cubicBezTo>
                    <a:pt x="8509" y="1054100"/>
                    <a:pt x="0" y="1045591"/>
                    <a:pt x="0" y="1035050"/>
                  </a:cubicBezTo>
                  <a:cubicBezTo>
                    <a:pt x="0" y="1024509"/>
                    <a:pt x="8509" y="1016000"/>
                    <a:pt x="19050" y="1016000"/>
                  </a:cubicBezTo>
                  <a:cubicBezTo>
                    <a:pt x="29591" y="1016000"/>
                    <a:pt x="38100" y="1024509"/>
                    <a:pt x="38100" y="1035050"/>
                  </a:cubicBezTo>
                  <a:cubicBezTo>
                    <a:pt x="38100" y="1585595"/>
                    <a:pt x="484505" y="2032000"/>
                    <a:pt x="1035050" y="2032000"/>
                  </a:cubicBezTo>
                  <a:cubicBezTo>
                    <a:pt x="1585595" y="2032000"/>
                    <a:pt x="2032000" y="1585595"/>
                    <a:pt x="2032000" y="1035050"/>
                  </a:cubicBezTo>
                  <a:cubicBezTo>
                    <a:pt x="2032000" y="484505"/>
                    <a:pt x="1585595" y="38100"/>
                    <a:pt x="1035050" y="38100"/>
                  </a:cubicBezTo>
                  <a:lnTo>
                    <a:pt x="1035050" y="19050"/>
                  </a:lnTo>
                  <a:lnTo>
                    <a:pt x="1035050" y="38100"/>
                  </a:lnTo>
                  <a:cubicBezTo>
                    <a:pt x="484505" y="38100"/>
                    <a:pt x="38100" y="484505"/>
                    <a:pt x="38100" y="10350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20701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1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2319933" y="4991100"/>
            <a:ext cx="3170634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9"/>
              </a:lnSpc>
            </a:pPr>
            <a:r>
              <a:rPr lang="en-US" sz="3699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Zonas horarias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592048" y="5891346"/>
            <a:ext cx="4626403" cy="1447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Fechas guardadas en UTC y mostradas en la zona horaria local del negocio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653212" y="3224212"/>
            <a:ext cx="4981575" cy="4877484"/>
            <a:chOff x="0" y="0"/>
            <a:chExt cx="6642100" cy="650331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19050" y="20624"/>
              <a:ext cx="6604000" cy="6462065"/>
            </a:xfrm>
            <a:custGeom>
              <a:avLst/>
              <a:gdLst/>
              <a:ahLst/>
              <a:cxnLst/>
              <a:rect r="r" b="b" t="t" l="l"/>
              <a:pathLst>
                <a:path h="6462065" w="6604000">
                  <a:moveTo>
                    <a:pt x="0" y="1076965"/>
                  </a:moveTo>
                  <a:cubicBezTo>
                    <a:pt x="0" y="482180"/>
                    <a:pt x="445643" y="0"/>
                    <a:pt x="995426" y="0"/>
                  </a:cubicBezTo>
                  <a:lnTo>
                    <a:pt x="5608574" y="0"/>
                  </a:lnTo>
                  <a:cubicBezTo>
                    <a:pt x="6158357" y="0"/>
                    <a:pt x="6604000" y="482180"/>
                    <a:pt x="6604000" y="1076965"/>
                  </a:cubicBezTo>
                  <a:lnTo>
                    <a:pt x="6604000" y="5385099"/>
                  </a:lnTo>
                  <a:cubicBezTo>
                    <a:pt x="6604000" y="5979884"/>
                    <a:pt x="6158357" y="6462064"/>
                    <a:pt x="5608574" y="6462064"/>
                  </a:cubicBezTo>
                  <a:lnTo>
                    <a:pt x="995426" y="6462064"/>
                  </a:lnTo>
                  <a:cubicBezTo>
                    <a:pt x="445643" y="6462064"/>
                    <a:pt x="0" y="5979884"/>
                    <a:pt x="0" y="538509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642100" cy="6503312"/>
            </a:xfrm>
            <a:custGeom>
              <a:avLst/>
              <a:gdLst/>
              <a:ahLst/>
              <a:cxnLst/>
              <a:rect r="r" b="b" t="t" l="l"/>
              <a:pathLst>
                <a:path h="6503312" w="6642100">
                  <a:moveTo>
                    <a:pt x="0" y="1097589"/>
                  </a:moveTo>
                  <a:cubicBezTo>
                    <a:pt x="0" y="491392"/>
                    <a:pt x="454279" y="0"/>
                    <a:pt x="1014476" y="0"/>
                  </a:cubicBezTo>
                  <a:lnTo>
                    <a:pt x="5627624" y="0"/>
                  </a:lnTo>
                  <a:lnTo>
                    <a:pt x="5627624" y="20624"/>
                  </a:lnTo>
                  <a:lnTo>
                    <a:pt x="5627624" y="0"/>
                  </a:lnTo>
                  <a:cubicBezTo>
                    <a:pt x="6187821" y="0"/>
                    <a:pt x="6642100" y="491392"/>
                    <a:pt x="6642100" y="1097589"/>
                  </a:cubicBezTo>
                  <a:lnTo>
                    <a:pt x="6623050" y="1097589"/>
                  </a:lnTo>
                  <a:lnTo>
                    <a:pt x="6642100" y="1097589"/>
                  </a:lnTo>
                  <a:lnTo>
                    <a:pt x="6642100" y="5405723"/>
                  </a:lnTo>
                  <a:lnTo>
                    <a:pt x="6623050" y="5405723"/>
                  </a:lnTo>
                  <a:lnTo>
                    <a:pt x="6642100" y="5405723"/>
                  </a:lnTo>
                  <a:cubicBezTo>
                    <a:pt x="6642100" y="6011920"/>
                    <a:pt x="6187821" y="6503312"/>
                    <a:pt x="5627624" y="6503312"/>
                  </a:cubicBezTo>
                  <a:lnTo>
                    <a:pt x="5627624" y="6482688"/>
                  </a:lnTo>
                  <a:lnTo>
                    <a:pt x="5627624" y="6503312"/>
                  </a:lnTo>
                  <a:lnTo>
                    <a:pt x="1014476" y="6503312"/>
                  </a:lnTo>
                  <a:lnTo>
                    <a:pt x="1014476" y="6482688"/>
                  </a:lnTo>
                  <a:lnTo>
                    <a:pt x="1014476" y="6503312"/>
                  </a:lnTo>
                  <a:cubicBezTo>
                    <a:pt x="454279" y="6503312"/>
                    <a:pt x="0" y="6011920"/>
                    <a:pt x="0" y="5405723"/>
                  </a:cubicBezTo>
                  <a:lnTo>
                    <a:pt x="0" y="1097589"/>
                  </a:lnTo>
                  <a:lnTo>
                    <a:pt x="19050" y="1097589"/>
                  </a:lnTo>
                  <a:lnTo>
                    <a:pt x="0" y="1097589"/>
                  </a:lnTo>
                  <a:moveTo>
                    <a:pt x="38100" y="1097589"/>
                  </a:moveTo>
                  <a:lnTo>
                    <a:pt x="38100" y="5405723"/>
                  </a:lnTo>
                  <a:lnTo>
                    <a:pt x="19050" y="5405723"/>
                  </a:lnTo>
                  <a:lnTo>
                    <a:pt x="38100" y="5405723"/>
                  </a:lnTo>
                  <a:cubicBezTo>
                    <a:pt x="38100" y="5989096"/>
                    <a:pt x="475234" y="6462064"/>
                    <a:pt x="1014476" y="6462064"/>
                  </a:cubicBezTo>
                  <a:lnTo>
                    <a:pt x="5627624" y="6462064"/>
                  </a:lnTo>
                  <a:cubicBezTo>
                    <a:pt x="6166866" y="6462064"/>
                    <a:pt x="6604000" y="5989096"/>
                    <a:pt x="6604000" y="5405723"/>
                  </a:cubicBezTo>
                  <a:lnTo>
                    <a:pt x="6604000" y="1097589"/>
                  </a:lnTo>
                  <a:cubicBezTo>
                    <a:pt x="6604000" y="514215"/>
                    <a:pt x="6166866" y="41247"/>
                    <a:pt x="5627624" y="41247"/>
                  </a:cubicBezTo>
                  <a:lnTo>
                    <a:pt x="1014476" y="41247"/>
                  </a:lnTo>
                  <a:lnTo>
                    <a:pt x="1014476" y="20624"/>
                  </a:lnTo>
                  <a:lnTo>
                    <a:pt x="1014476" y="41247"/>
                  </a:lnTo>
                  <a:cubicBezTo>
                    <a:pt x="475234" y="41247"/>
                    <a:pt x="38100" y="514215"/>
                    <a:pt x="38100" y="1097589"/>
                  </a:cubicBezTo>
                  <a:close/>
                </a:path>
              </a:pathLst>
            </a:custGeom>
            <a:solidFill>
              <a:srgbClr val="E8E4F2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367712" y="3319462"/>
            <a:ext cx="1552575" cy="1552575"/>
            <a:chOff x="0" y="0"/>
            <a:chExt cx="2070100" cy="20701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19050" y="19050"/>
              <a:ext cx="2032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2032000">
                  <a:moveTo>
                    <a:pt x="0" y="1016000"/>
                  </a:moveTo>
                  <a:cubicBezTo>
                    <a:pt x="0" y="454914"/>
                    <a:pt x="454914" y="0"/>
                    <a:pt x="1016000" y="0"/>
                  </a:cubicBezTo>
                  <a:cubicBezTo>
                    <a:pt x="1577086" y="0"/>
                    <a:pt x="2032000" y="454914"/>
                    <a:pt x="2032000" y="1016000"/>
                  </a:cubicBezTo>
                  <a:cubicBezTo>
                    <a:pt x="2032000" y="1577086"/>
                    <a:pt x="1577086" y="2032000"/>
                    <a:pt x="1016000" y="2032000"/>
                  </a:cubicBezTo>
                  <a:cubicBezTo>
                    <a:pt x="454914" y="2032000"/>
                    <a:pt x="0" y="1577086"/>
                    <a:pt x="0" y="10160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70100" cy="2070100"/>
            </a:xfrm>
            <a:custGeom>
              <a:avLst/>
              <a:gdLst/>
              <a:ahLst/>
              <a:cxnLst/>
              <a:rect r="r" b="b" t="t" l="l"/>
              <a:pathLst>
                <a:path h="2070100" w="2070100">
                  <a:moveTo>
                    <a:pt x="0" y="1035050"/>
                  </a:moveTo>
                  <a:cubicBezTo>
                    <a:pt x="0" y="463423"/>
                    <a:pt x="463423" y="0"/>
                    <a:pt x="1035050" y="0"/>
                  </a:cubicBezTo>
                  <a:lnTo>
                    <a:pt x="1035050" y="19050"/>
                  </a:lnTo>
                  <a:lnTo>
                    <a:pt x="1035050" y="0"/>
                  </a:lnTo>
                  <a:cubicBezTo>
                    <a:pt x="1606677" y="0"/>
                    <a:pt x="2070100" y="463423"/>
                    <a:pt x="2070100" y="1035050"/>
                  </a:cubicBezTo>
                  <a:lnTo>
                    <a:pt x="2051050" y="1035050"/>
                  </a:lnTo>
                  <a:lnTo>
                    <a:pt x="2070100" y="1035050"/>
                  </a:lnTo>
                  <a:cubicBezTo>
                    <a:pt x="2070100" y="1606677"/>
                    <a:pt x="1606677" y="2070100"/>
                    <a:pt x="1035050" y="2070100"/>
                  </a:cubicBezTo>
                  <a:lnTo>
                    <a:pt x="1035050" y="2051050"/>
                  </a:lnTo>
                  <a:lnTo>
                    <a:pt x="1035050" y="2070100"/>
                  </a:lnTo>
                  <a:cubicBezTo>
                    <a:pt x="463423" y="2070100"/>
                    <a:pt x="0" y="1606677"/>
                    <a:pt x="0" y="1035050"/>
                  </a:cubicBezTo>
                  <a:lnTo>
                    <a:pt x="19050" y="1035050"/>
                  </a:lnTo>
                  <a:lnTo>
                    <a:pt x="38100" y="1035050"/>
                  </a:lnTo>
                  <a:lnTo>
                    <a:pt x="19050" y="1035050"/>
                  </a:lnTo>
                  <a:lnTo>
                    <a:pt x="0" y="1035050"/>
                  </a:lnTo>
                  <a:moveTo>
                    <a:pt x="38100" y="1035050"/>
                  </a:moveTo>
                  <a:cubicBezTo>
                    <a:pt x="38100" y="1045591"/>
                    <a:pt x="29591" y="1054100"/>
                    <a:pt x="19050" y="1054100"/>
                  </a:cubicBezTo>
                  <a:cubicBezTo>
                    <a:pt x="8509" y="1054100"/>
                    <a:pt x="0" y="1045591"/>
                    <a:pt x="0" y="1035050"/>
                  </a:cubicBezTo>
                  <a:cubicBezTo>
                    <a:pt x="0" y="1024509"/>
                    <a:pt x="8509" y="1016000"/>
                    <a:pt x="19050" y="1016000"/>
                  </a:cubicBezTo>
                  <a:cubicBezTo>
                    <a:pt x="29591" y="1016000"/>
                    <a:pt x="38100" y="1024509"/>
                    <a:pt x="38100" y="1035050"/>
                  </a:cubicBezTo>
                  <a:cubicBezTo>
                    <a:pt x="38100" y="1585595"/>
                    <a:pt x="484505" y="2032000"/>
                    <a:pt x="1035050" y="2032000"/>
                  </a:cubicBezTo>
                  <a:cubicBezTo>
                    <a:pt x="1585595" y="2032000"/>
                    <a:pt x="2032000" y="1585595"/>
                    <a:pt x="2032000" y="1035050"/>
                  </a:cubicBezTo>
                  <a:cubicBezTo>
                    <a:pt x="2032000" y="484505"/>
                    <a:pt x="1585595" y="38100"/>
                    <a:pt x="1035050" y="38100"/>
                  </a:cubicBezTo>
                  <a:lnTo>
                    <a:pt x="1035050" y="19050"/>
                  </a:lnTo>
                  <a:lnTo>
                    <a:pt x="1035050" y="38100"/>
                  </a:lnTo>
                  <a:cubicBezTo>
                    <a:pt x="484505" y="38100"/>
                    <a:pt x="38100" y="484505"/>
                    <a:pt x="38100" y="10350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20701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10B98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2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78836" y="4991100"/>
            <a:ext cx="4530328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9"/>
              </a:lnSpc>
            </a:pPr>
            <a:r>
              <a:rPr lang="en-US" sz="3699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Duraciones variables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829118" y="5781675"/>
            <a:ext cx="4629763" cy="205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Un servicio puede bloquear un slot operativo mayor para evitar fragmentación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1891962" y="3224212"/>
            <a:ext cx="4981575" cy="4877484"/>
            <a:chOff x="0" y="0"/>
            <a:chExt cx="6642100" cy="6503311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19050" y="20624"/>
              <a:ext cx="6604000" cy="6462065"/>
            </a:xfrm>
            <a:custGeom>
              <a:avLst/>
              <a:gdLst/>
              <a:ahLst/>
              <a:cxnLst/>
              <a:rect r="r" b="b" t="t" l="l"/>
              <a:pathLst>
                <a:path h="6462065" w="6604000">
                  <a:moveTo>
                    <a:pt x="0" y="1076965"/>
                  </a:moveTo>
                  <a:cubicBezTo>
                    <a:pt x="0" y="482180"/>
                    <a:pt x="445643" y="0"/>
                    <a:pt x="995426" y="0"/>
                  </a:cubicBezTo>
                  <a:lnTo>
                    <a:pt x="5608574" y="0"/>
                  </a:lnTo>
                  <a:cubicBezTo>
                    <a:pt x="6158357" y="0"/>
                    <a:pt x="6604000" y="482180"/>
                    <a:pt x="6604000" y="1076965"/>
                  </a:cubicBezTo>
                  <a:lnTo>
                    <a:pt x="6604000" y="5385099"/>
                  </a:lnTo>
                  <a:cubicBezTo>
                    <a:pt x="6604000" y="5979884"/>
                    <a:pt x="6158357" y="6462064"/>
                    <a:pt x="5608574" y="6462064"/>
                  </a:cubicBezTo>
                  <a:lnTo>
                    <a:pt x="995426" y="6462064"/>
                  </a:lnTo>
                  <a:cubicBezTo>
                    <a:pt x="445643" y="6462064"/>
                    <a:pt x="0" y="5979884"/>
                    <a:pt x="0" y="538509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642100" cy="6503312"/>
            </a:xfrm>
            <a:custGeom>
              <a:avLst/>
              <a:gdLst/>
              <a:ahLst/>
              <a:cxnLst/>
              <a:rect r="r" b="b" t="t" l="l"/>
              <a:pathLst>
                <a:path h="6503312" w="6642100">
                  <a:moveTo>
                    <a:pt x="0" y="1097589"/>
                  </a:moveTo>
                  <a:cubicBezTo>
                    <a:pt x="0" y="491392"/>
                    <a:pt x="454279" y="0"/>
                    <a:pt x="1014476" y="0"/>
                  </a:cubicBezTo>
                  <a:lnTo>
                    <a:pt x="5627624" y="0"/>
                  </a:lnTo>
                  <a:lnTo>
                    <a:pt x="5627624" y="20624"/>
                  </a:lnTo>
                  <a:lnTo>
                    <a:pt x="5627624" y="0"/>
                  </a:lnTo>
                  <a:cubicBezTo>
                    <a:pt x="6187821" y="0"/>
                    <a:pt x="6642100" y="491392"/>
                    <a:pt x="6642100" y="1097589"/>
                  </a:cubicBezTo>
                  <a:lnTo>
                    <a:pt x="6623050" y="1097589"/>
                  </a:lnTo>
                  <a:lnTo>
                    <a:pt x="6642100" y="1097589"/>
                  </a:lnTo>
                  <a:lnTo>
                    <a:pt x="6642100" y="5405723"/>
                  </a:lnTo>
                  <a:lnTo>
                    <a:pt x="6623050" y="5405723"/>
                  </a:lnTo>
                  <a:lnTo>
                    <a:pt x="6642100" y="5405723"/>
                  </a:lnTo>
                  <a:cubicBezTo>
                    <a:pt x="6642100" y="6011920"/>
                    <a:pt x="6187821" y="6503312"/>
                    <a:pt x="5627624" y="6503312"/>
                  </a:cubicBezTo>
                  <a:lnTo>
                    <a:pt x="5627624" y="6482688"/>
                  </a:lnTo>
                  <a:lnTo>
                    <a:pt x="5627624" y="6503312"/>
                  </a:lnTo>
                  <a:lnTo>
                    <a:pt x="1014476" y="6503312"/>
                  </a:lnTo>
                  <a:lnTo>
                    <a:pt x="1014476" y="6482688"/>
                  </a:lnTo>
                  <a:lnTo>
                    <a:pt x="1014476" y="6503312"/>
                  </a:lnTo>
                  <a:cubicBezTo>
                    <a:pt x="454279" y="6503312"/>
                    <a:pt x="0" y="6011920"/>
                    <a:pt x="0" y="5405723"/>
                  </a:cubicBezTo>
                  <a:lnTo>
                    <a:pt x="0" y="1097589"/>
                  </a:lnTo>
                  <a:lnTo>
                    <a:pt x="19050" y="1097589"/>
                  </a:lnTo>
                  <a:lnTo>
                    <a:pt x="0" y="1097589"/>
                  </a:lnTo>
                  <a:moveTo>
                    <a:pt x="38100" y="1097589"/>
                  </a:moveTo>
                  <a:lnTo>
                    <a:pt x="38100" y="5405723"/>
                  </a:lnTo>
                  <a:lnTo>
                    <a:pt x="19050" y="5405723"/>
                  </a:lnTo>
                  <a:lnTo>
                    <a:pt x="38100" y="5405723"/>
                  </a:lnTo>
                  <a:cubicBezTo>
                    <a:pt x="38100" y="5989096"/>
                    <a:pt x="475234" y="6462064"/>
                    <a:pt x="1014476" y="6462064"/>
                  </a:cubicBezTo>
                  <a:lnTo>
                    <a:pt x="5627624" y="6462064"/>
                  </a:lnTo>
                  <a:cubicBezTo>
                    <a:pt x="6166866" y="6462064"/>
                    <a:pt x="6604000" y="5989096"/>
                    <a:pt x="6604000" y="5405723"/>
                  </a:cubicBezTo>
                  <a:lnTo>
                    <a:pt x="6604000" y="1097589"/>
                  </a:lnTo>
                  <a:cubicBezTo>
                    <a:pt x="6604000" y="514215"/>
                    <a:pt x="6166866" y="41247"/>
                    <a:pt x="5627624" y="41247"/>
                  </a:cubicBezTo>
                  <a:lnTo>
                    <a:pt x="1014476" y="41247"/>
                  </a:lnTo>
                  <a:lnTo>
                    <a:pt x="1014476" y="20624"/>
                  </a:lnTo>
                  <a:lnTo>
                    <a:pt x="1014476" y="41247"/>
                  </a:lnTo>
                  <a:cubicBezTo>
                    <a:pt x="475234" y="41247"/>
                    <a:pt x="38100" y="514215"/>
                    <a:pt x="38100" y="1097589"/>
                  </a:cubicBezTo>
                  <a:close/>
                </a:path>
              </a:pathLst>
            </a:custGeom>
            <a:solidFill>
              <a:srgbClr val="E8E4F2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3650159" y="3319462"/>
            <a:ext cx="1552575" cy="1552575"/>
            <a:chOff x="0" y="0"/>
            <a:chExt cx="2070100" cy="20701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19050" y="19050"/>
              <a:ext cx="2032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2032000">
                  <a:moveTo>
                    <a:pt x="0" y="1016000"/>
                  </a:moveTo>
                  <a:cubicBezTo>
                    <a:pt x="0" y="454914"/>
                    <a:pt x="454914" y="0"/>
                    <a:pt x="1016000" y="0"/>
                  </a:cubicBezTo>
                  <a:cubicBezTo>
                    <a:pt x="1577086" y="0"/>
                    <a:pt x="2032000" y="454914"/>
                    <a:pt x="2032000" y="1016000"/>
                  </a:cubicBezTo>
                  <a:cubicBezTo>
                    <a:pt x="2032000" y="1577086"/>
                    <a:pt x="1577086" y="2032000"/>
                    <a:pt x="1016000" y="2032000"/>
                  </a:cubicBezTo>
                  <a:cubicBezTo>
                    <a:pt x="454914" y="2032000"/>
                    <a:pt x="0" y="1577086"/>
                    <a:pt x="0" y="10160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070100" cy="2070100"/>
            </a:xfrm>
            <a:custGeom>
              <a:avLst/>
              <a:gdLst/>
              <a:ahLst/>
              <a:cxnLst/>
              <a:rect r="r" b="b" t="t" l="l"/>
              <a:pathLst>
                <a:path h="2070100" w="2070100">
                  <a:moveTo>
                    <a:pt x="0" y="1035050"/>
                  </a:moveTo>
                  <a:cubicBezTo>
                    <a:pt x="0" y="463423"/>
                    <a:pt x="463423" y="0"/>
                    <a:pt x="1035050" y="0"/>
                  </a:cubicBezTo>
                  <a:lnTo>
                    <a:pt x="1035050" y="19050"/>
                  </a:lnTo>
                  <a:lnTo>
                    <a:pt x="1035050" y="0"/>
                  </a:lnTo>
                  <a:cubicBezTo>
                    <a:pt x="1606677" y="0"/>
                    <a:pt x="2070100" y="463423"/>
                    <a:pt x="2070100" y="1035050"/>
                  </a:cubicBezTo>
                  <a:lnTo>
                    <a:pt x="2051050" y="1035050"/>
                  </a:lnTo>
                  <a:lnTo>
                    <a:pt x="2070100" y="1035050"/>
                  </a:lnTo>
                  <a:cubicBezTo>
                    <a:pt x="2070100" y="1606677"/>
                    <a:pt x="1606677" y="2070100"/>
                    <a:pt x="1035050" y="2070100"/>
                  </a:cubicBezTo>
                  <a:lnTo>
                    <a:pt x="1035050" y="2051050"/>
                  </a:lnTo>
                  <a:lnTo>
                    <a:pt x="1035050" y="2070100"/>
                  </a:lnTo>
                  <a:cubicBezTo>
                    <a:pt x="463423" y="2070100"/>
                    <a:pt x="0" y="1606677"/>
                    <a:pt x="0" y="1035050"/>
                  </a:cubicBezTo>
                  <a:lnTo>
                    <a:pt x="19050" y="1035050"/>
                  </a:lnTo>
                  <a:lnTo>
                    <a:pt x="38100" y="1035050"/>
                  </a:lnTo>
                  <a:lnTo>
                    <a:pt x="19050" y="1035050"/>
                  </a:lnTo>
                  <a:lnTo>
                    <a:pt x="0" y="1035050"/>
                  </a:lnTo>
                  <a:moveTo>
                    <a:pt x="38100" y="1035050"/>
                  </a:moveTo>
                  <a:cubicBezTo>
                    <a:pt x="38100" y="1045591"/>
                    <a:pt x="29591" y="1054100"/>
                    <a:pt x="19050" y="1054100"/>
                  </a:cubicBezTo>
                  <a:cubicBezTo>
                    <a:pt x="8509" y="1054100"/>
                    <a:pt x="0" y="1045591"/>
                    <a:pt x="0" y="1035050"/>
                  </a:cubicBezTo>
                  <a:cubicBezTo>
                    <a:pt x="0" y="1024509"/>
                    <a:pt x="8509" y="1016000"/>
                    <a:pt x="19050" y="1016000"/>
                  </a:cubicBezTo>
                  <a:cubicBezTo>
                    <a:pt x="29591" y="1016000"/>
                    <a:pt x="38100" y="1024509"/>
                    <a:pt x="38100" y="1035050"/>
                  </a:cubicBezTo>
                  <a:cubicBezTo>
                    <a:pt x="38100" y="1585595"/>
                    <a:pt x="484505" y="2032000"/>
                    <a:pt x="1035050" y="2032000"/>
                  </a:cubicBezTo>
                  <a:cubicBezTo>
                    <a:pt x="1585595" y="2032000"/>
                    <a:pt x="2032000" y="1585595"/>
                    <a:pt x="2032000" y="1035050"/>
                  </a:cubicBezTo>
                  <a:cubicBezTo>
                    <a:pt x="2032000" y="484505"/>
                    <a:pt x="1585595" y="38100"/>
                    <a:pt x="1035050" y="38100"/>
                  </a:cubicBezTo>
                  <a:lnTo>
                    <a:pt x="1035050" y="19050"/>
                  </a:lnTo>
                  <a:lnTo>
                    <a:pt x="1035050" y="38100"/>
                  </a:lnTo>
                  <a:cubicBezTo>
                    <a:pt x="484505" y="38100"/>
                    <a:pt x="38100" y="484505"/>
                    <a:pt x="38100" y="10350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20701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3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12719804" y="4991100"/>
            <a:ext cx="3325892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9"/>
              </a:lnSpc>
            </a:pPr>
            <a:r>
              <a:rPr lang="en-US" sz="3699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Caché frontend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207121" y="5881821"/>
            <a:ext cx="4438650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React Query invalida datos para mantener la interfaz sincronizada</a:t>
            </a:r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7750" y="666750"/>
            <a:ext cx="1104900" cy="533400"/>
            <a:chOff x="0" y="0"/>
            <a:chExt cx="1473200" cy="711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73200" cy="711200"/>
            </a:xfrm>
            <a:custGeom>
              <a:avLst/>
              <a:gdLst/>
              <a:ahLst/>
              <a:cxnLst/>
              <a:rect r="r" b="b" t="t" l="l"/>
              <a:pathLst>
                <a:path h="711200" w="1473200">
                  <a:moveTo>
                    <a:pt x="0" y="118491"/>
                  </a:moveTo>
                  <a:cubicBezTo>
                    <a:pt x="0" y="53086"/>
                    <a:pt x="53086" y="0"/>
                    <a:pt x="118491" y="0"/>
                  </a:cubicBezTo>
                  <a:lnTo>
                    <a:pt x="1354582" y="0"/>
                  </a:lnTo>
                  <a:cubicBezTo>
                    <a:pt x="1420114" y="0"/>
                    <a:pt x="1473200" y="53086"/>
                    <a:pt x="1473200" y="118491"/>
                  </a:cubicBezTo>
                  <a:lnTo>
                    <a:pt x="1473200" y="592709"/>
                  </a:lnTo>
                  <a:cubicBezTo>
                    <a:pt x="1473200" y="658114"/>
                    <a:pt x="1420114" y="711200"/>
                    <a:pt x="1354709" y="711200"/>
                  </a:cubicBezTo>
                  <a:lnTo>
                    <a:pt x="118491" y="711200"/>
                  </a:lnTo>
                  <a:cubicBezTo>
                    <a:pt x="53086" y="711200"/>
                    <a:pt x="0" y="658114"/>
                    <a:pt x="0" y="592709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73200" cy="711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12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47750" y="1362075"/>
            <a:ext cx="14478000" cy="794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sz="51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Conclusiones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600200" y="2797742"/>
            <a:ext cx="942975" cy="942975"/>
            <a:chOff x="0" y="0"/>
            <a:chExt cx="1257300" cy="12573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9050" y="19050"/>
              <a:ext cx="12192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57300" cy="1257300"/>
            </a:xfrm>
            <a:custGeom>
              <a:avLst/>
              <a:gdLst/>
              <a:ahLst/>
              <a:cxnLst/>
              <a:rect r="r" b="b" t="t" l="l"/>
              <a:pathLst>
                <a:path h="1257300" w="1257300">
                  <a:moveTo>
                    <a:pt x="0" y="628650"/>
                  </a:moveTo>
                  <a:cubicBezTo>
                    <a:pt x="0" y="281432"/>
                    <a:pt x="281432" y="0"/>
                    <a:pt x="628650" y="0"/>
                  </a:cubicBezTo>
                  <a:lnTo>
                    <a:pt x="628650" y="19050"/>
                  </a:lnTo>
                  <a:lnTo>
                    <a:pt x="628650" y="0"/>
                  </a:lnTo>
                  <a:cubicBezTo>
                    <a:pt x="975868" y="0"/>
                    <a:pt x="1257300" y="281432"/>
                    <a:pt x="1257300" y="628650"/>
                  </a:cubicBezTo>
                  <a:lnTo>
                    <a:pt x="1238250" y="628650"/>
                  </a:lnTo>
                  <a:lnTo>
                    <a:pt x="1257300" y="628650"/>
                  </a:lnTo>
                  <a:cubicBezTo>
                    <a:pt x="1257300" y="975868"/>
                    <a:pt x="975868" y="1257300"/>
                    <a:pt x="628650" y="1257300"/>
                  </a:cubicBezTo>
                  <a:lnTo>
                    <a:pt x="628650" y="1238250"/>
                  </a:lnTo>
                  <a:lnTo>
                    <a:pt x="628650" y="1257300"/>
                  </a:lnTo>
                  <a:cubicBezTo>
                    <a:pt x="281432" y="1257300"/>
                    <a:pt x="0" y="975868"/>
                    <a:pt x="0" y="628650"/>
                  </a:cubicBezTo>
                  <a:lnTo>
                    <a:pt x="19050" y="628650"/>
                  </a:lnTo>
                  <a:lnTo>
                    <a:pt x="38100" y="628650"/>
                  </a:lnTo>
                  <a:lnTo>
                    <a:pt x="19050" y="628650"/>
                  </a:lnTo>
                  <a:lnTo>
                    <a:pt x="0" y="628650"/>
                  </a:lnTo>
                  <a:moveTo>
                    <a:pt x="38100" y="628650"/>
                  </a:moveTo>
                  <a:cubicBezTo>
                    <a:pt x="38100" y="639191"/>
                    <a:pt x="29591" y="647700"/>
                    <a:pt x="19050" y="647700"/>
                  </a:cubicBezTo>
                  <a:cubicBezTo>
                    <a:pt x="8509" y="647700"/>
                    <a:pt x="0" y="639191"/>
                    <a:pt x="0" y="628650"/>
                  </a:cubicBezTo>
                  <a:cubicBezTo>
                    <a:pt x="0" y="618109"/>
                    <a:pt x="8509" y="609600"/>
                    <a:pt x="19050" y="609600"/>
                  </a:cubicBezTo>
                  <a:cubicBezTo>
                    <a:pt x="29591" y="609600"/>
                    <a:pt x="38100" y="618109"/>
                    <a:pt x="38100" y="628650"/>
                  </a:cubicBezTo>
                  <a:cubicBezTo>
                    <a:pt x="38100" y="954786"/>
                    <a:pt x="302514" y="1219200"/>
                    <a:pt x="628650" y="1219200"/>
                  </a:cubicBezTo>
                  <a:cubicBezTo>
                    <a:pt x="954786" y="1219200"/>
                    <a:pt x="1219200" y="954786"/>
                    <a:pt x="1219200" y="628650"/>
                  </a:cubicBezTo>
                  <a:cubicBezTo>
                    <a:pt x="1219200" y="302514"/>
                    <a:pt x="954786" y="38100"/>
                    <a:pt x="628650" y="38100"/>
                  </a:cubicBezTo>
                  <a:lnTo>
                    <a:pt x="628650" y="19050"/>
                  </a:lnTo>
                  <a:lnTo>
                    <a:pt x="628650" y="38100"/>
                  </a:lnTo>
                  <a:cubicBezTo>
                    <a:pt x="302514" y="38100"/>
                    <a:pt x="38100" y="302514"/>
                    <a:pt x="38100" y="6286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1257300" cy="1257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OK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2947988" y="2678680"/>
            <a:ext cx="5116116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39"/>
              </a:lnSpc>
            </a:pPr>
            <a:r>
              <a:rPr lang="en-US" sz="3699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Base de datos funcional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947988" y="3240655"/>
            <a:ext cx="1512570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Siete colecciones MongoDB modelan usuarios, citas, servicios, profesionales, bloqueos, notas y configuración.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600200" y="4883717"/>
            <a:ext cx="942975" cy="942975"/>
            <a:chOff x="0" y="0"/>
            <a:chExt cx="1257300" cy="12573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19050" y="19050"/>
              <a:ext cx="12192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57300" cy="1257300"/>
            </a:xfrm>
            <a:custGeom>
              <a:avLst/>
              <a:gdLst/>
              <a:ahLst/>
              <a:cxnLst/>
              <a:rect r="r" b="b" t="t" l="l"/>
              <a:pathLst>
                <a:path h="1257300" w="1257300">
                  <a:moveTo>
                    <a:pt x="0" y="628650"/>
                  </a:moveTo>
                  <a:cubicBezTo>
                    <a:pt x="0" y="281432"/>
                    <a:pt x="281432" y="0"/>
                    <a:pt x="628650" y="0"/>
                  </a:cubicBezTo>
                  <a:lnTo>
                    <a:pt x="628650" y="19050"/>
                  </a:lnTo>
                  <a:lnTo>
                    <a:pt x="628650" y="0"/>
                  </a:lnTo>
                  <a:cubicBezTo>
                    <a:pt x="975868" y="0"/>
                    <a:pt x="1257300" y="281432"/>
                    <a:pt x="1257300" y="628650"/>
                  </a:cubicBezTo>
                  <a:lnTo>
                    <a:pt x="1238250" y="628650"/>
                  </a:lnTo>
                  <a:lnTo>
                    <a:pt x="1257300" y="628650"/>
                  </a:lnTo>
                  <a:cubicBezTo>
                    <a:pt x="1257300" y="975868"/>
                    <a:pt x="975868" y="1257300"/>
                    <a:pt x="628650" y="1257300"/>
                  </a:cubicBezTo>
                  <a:lnTo>
                    <a:pt x="628650" y="1238250"/>
                  </a:lnTo>
                  <a:lnTo>
                    <a:pt x="628650" y="1257300"/>
                  </a:lnTo>
                  <a:cubicBezTo>
                    <a:pt x="281432" y="1257300"/>
                    <a:pt x="0" y="975868"/>
                    <a:pt x="0" y="628650"/>
                  </a:cubicBezTo>
                  <a:lnTo>
                    <a:pt x="19050" y="628650"/>
                  </a:lnTo>
                  <a:lnTo>
                    <a:pt x="38100" y="628650"/>
                  </a:lnTo>
                  <a:lnTo>
                    <a:pt x="19050" y="628650"/>
                  </a:lnTo>
                  <a:lnTo>
                    <a:pt x="0" y="628650"/>
                  </a:lnTo>
                  <a:moveTo>
                    <a:pt x="38100" y="628650"/>
                  </a:moveTo>
                  <a:cubicBezTo>
                    <a:pt x="38100" y="639191"/>
                    <a:pt x="29591" y="647700"/>
                    <a:pt x="19050" y="647700"/>
                  </a:cubicBezTo>
                  <a:cubicBezTo>
                    <a:pt x="8509" y="647700"/>
                    <a:pt x="0" y="639191"/>
                    <a:pt x="0" y="628650"/>
                  </a:cubicBezTo>
                  <a:cubicBezTo>
                    <a:pt x="0" y="618109"/>
                    <a:pt x="8509" y="609600"/>
                    <a:pt x="19050" y="609600"/>
                  </a:cubicBezTo>
                  <a:cubicBezTo>
                    <a:pt x="29591" y="609600"/>
                    <a:pt x="38100" y="618109"/>
                    <a:pt x="38100" y="628650"/>
                  </a:cubicBezTo>
                  <a:cubicBezTo>
                    <a:pt x="38100" y="954786"/>
                    <a:pt x="302514" y="1219200"/>
                    <a:pt x="628650" y="1219200"/>
                  </a:cubicBezTo>
                  <a:cubicBezTo>
                    <a:pt x="954786" y="1219200"/>
                    <a:pt x="1219200" y="954786"/>
                    <a:pt x="1219200" y="628650"/>
                  </a:cubicBezTo>
                  <a:cubicBezTo>
                    <a:pt x="1219200" y="302514"/>
                    <a:pt x="954786" y="38100"/>
                    <a:pt x="628650" y="38100"/>
                  </a:cubicBezTo>
                  <a:lnTo>
                    <a:pt x="628650" y="19050"/>
                  </a:lnTo>
                  <a:lnTo>
                    <a:pt x="628650" y="38100"/>
                  </a:lnTo>
                  <a:cubicBezTo>
                    <a:pt x="302514" y="38100"/>
                    <a:pt x="38100" y="302514"/>
                    <a:pt x="38100" y="6286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1257300" cy="1257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0B98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OK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2947988" y="4793230"/>
            <a:ext cx="4416862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39"/>
              </a:lnSpc>
            </a:pPr>
            <a:r>
              <a:rPr lang="en-US" sz="3699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Aplicación completa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947988" y="5355205"/>
            <a:ext cx="1512570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Incluye portal de reservas, panel de administración, autenticación, seguridad y despliegue.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600200" y="6998267"/>
            <a:ext cx="942975" cy="942975"/>
            <a:chOff x="0" y="0"/>
            <a:chExt cx="1257300" cy="12573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9050" y="19050"/>
              <a:ext cx="12192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57300" cy="1257300"/>
            </a:xfrm>
            <a:custGeom>
              <a:avLst/>
              <a:gdLst/>
              <a:ahLst/>
              <a:cxnLst/>
              <a:rect r="r" b="b" t="t" l="l"/>
              <a:pathLst>
                <a:path h="1257300" w="1257300">
                  <a:moveTo>
                    <a:pt x="0" y="628650"/>
                  </a:moveTo>
                  <a:cubicBezTo>
                    <a:pt x="0" y="281432"/>
                    <a:pt x="281432" y="0"/>
                    <a:pt x="628650" y="0"/>
                  </a:cubicBezTo>
                  <a:lnTo>
                    <a:pt x="628650" y="19050"/>
                  </a:lnTo>
                  <a:lnTo>
                    <a:pt x="628650" y="0"/>
                  </a:lnTo>
                  <a:cubicBezTo>
                    <a:pt x="975868" y="0"/>
                    <a:pt x="1257300" y="281432"/>
                    <a:pt x="1257300" y="628650"/>
                  </a:cubicBezTo>
                  <a:lnTo>
                    <a:pt x="1238250" y="628650"/>
                  </a:lnTo>
                  <a:lnTo>
                    <a:pt x="1257300" y="628650"/>
                  </a:lnTo>
                  <a:cubicBezTo>
                    <a:pt x="1257300" y="975868"/>
                    <a:pt x="975868" y="1257300"/>
                    <a:pt x="628650" y="1257300"/>
                  </a:cubicBezTo>
                  <a:lnTo>
                    <a:pt x="628650" y="1238250"/>
                  </a:lnTo>
                  <a:lnTo>
                    <a:pt x="628650" y="1257300"/>
                  </a:lnTo>
                  <a:cubicBezTo>
                    <a:pt x="281432" y="1257300"/>
                    <a:pt x="0" y="975868"/>
                    <a:pt x="0" y="628650"/>
                  </a:cubicBezTo>
                  <a:lnTo>
                    <a:pt x="19050" y="628650"/>
                  </a:lnTo>
                  <a:lnTo>
                    <a:pt x="38100" y="628650"/>
                  </a:lnTo>
                  <a:lnTo>
                    <a:pt x="19050" y="628650"/>
                  </a:lnTo>
                  <a:lnTo>
                    <a:pt x="0" y="628650"/>
                  </a:lnTo>
                  <a:moveTo>
                    <a:pt x="38100" y="628650"/>
                  </a:moveTo>
                  <a:cubicBezTo>
                    <a:pt x="38100" y="639191"/>
                    <a:pt x="29591" y="647700"/>
                    <a:pt x="19050" y="647700"/>
                  </a:cubicBezTo>
                  <a:cubicBezTo>
                    <a:pt x="8509" y="647700"/>
                    <a:pt x="0" y="639191"/>
                    <a:pt x="0" y="628650"/>
                  </a:cubicBezTo>
                  <a:cubicBezTo>
                    <a:pt x="0" y="618109"/>
                    <a:pt x="8509" y="609600"/>
                    <a:pt x="19050" y="609600"/>
                  </a:cubicBezTo>
                  <a:cubicBezTo>
                    <a:pt x="29591" y="609600"/>
                    <a:pt x="38100" y="618109"/>
                    <a:pt x="38100" y="628650"/>
                  </a:cubicBezTo>
                  <a:cubicBezTo>
                    <a:pt x="38100" y="954786"/>
                    <a:pt x="302514" y="1219200"/>
                    <a:pt x="628650" y="1219200"/>
                  </a:cubicBezTo>
                  <a:cubicBezTo>
                    <a:pt x="954786" y="1219200"/>
                    <a:pt x="1219200" y="954786"/>
                    <a:pt x="1219200" y="628650"/>
                  </a:cubicBezTo>
                  <a:cubicBezTo>
                    <a:pt x="1219200" y="302514"/>
                    <a:pt x="954786" y="38100"/>
                    <a:pt x="628650" y="38100"/>
                  </a:cubicBezTo>
                  <a:lnTo>
                    <a:pt x="628650" y="19050"/>
                  </a:lnTo>
                  <a:lnTo>
                    <a:pt x="628650" y="38100"/>
                  </a:lnTo>
                  <a:cubicBezTo>
                    <a:pt x="302514" y="38100"/>
                    <a:pt x="38100" y="302514"/>
                    <a:pt x="38100" y="6286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1257300" cy="1257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OK</a:t>
              </a: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2947988" y="6907780"/>
            <a:ext cx="3012519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39"/>
              </a:lnSpc>
            </a:pPr>
            <a:r>
              <a:rPr lang="en-US" sz="3699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Valor práctico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947988" y="7469755"/>
            <a:ext cx="14370844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Reduce interrupciones, ordena la agenda y centraliza información del cliente.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2034884" y="8642914"/>
            <a:ext cx="14218231" cy="1230771"/>
            <a:chOff x="0" y="0"/>
            <a:chExt cx="18957642" cy="164102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9706" y="23898"/>
              <a:ext cx="18918229" cy="1593231"/>
            </a:xfrm>
            <a:custGeom>
              <a:avLst/>
              <a:gdLst/>
              <a:ahLst/>
              <a:cxnLst/>
              <a:rect r="r" b="b" t="t" l="l"/>
              <a:pathLst>
                <a:path h="1593231" w="18918229">
                  <a:moveTo>
                    <a:pt x="0" y="265592"/>
                  </a:moveTo>
                  <a:cubicBezTo>
                    <a:pt x="0" y="118856"/>
                    <a:pt x="100766" y="0"/>
                    <a:pt x="225049" y="0"/>
                  </a:cubicBezTo>
                  <a:lnTo>
                    <a:pt x="18693181" y="0"/>
                  </a:lnTo>
                  <a:cubicBezTo>
                    <a:pt x="18817464" y="0"/>
                    <a:pt x="18918230" y="118856"/>
                    <a:pt x="18918230" y="265592"/>
                  </a:cubicBezTo>
                  <a:lnTo>
                    <a:pt x="18918230" y="1327640"/>
                  </a:lnTo>
                  <a:cubicBezTo>
                    <a:pt x="18918230" y="1474218"/>
                    <a:pt x="18817464" y="1593232"/>
                    <a:pt x="18693181" y="1593232"/>
                  </a:cubicBezTo>
                  <a:lnTo>
                    <a:pt x="225049" y="1593232"/>
                  </a:lnTo>
                  <a:cubicBezTo>
                    <a:pt x="100766" y="1593232"/>
                    <a:pt x="0" y="1474377"/>
                    <a:pt x="0" y="132764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8957641" cy="1641028"/>
            </a:xfrm>
            <a:custGeom>
              <a:avLst/>
              <a:gdLst/>
              <a:ahLst/>
              <a:cxnLst/>
              <a:rect r="r" b="b" t="t" l="l"/>
              <a:pathLst>
                <a:path h="1641028" w="18957641">
                  <a:moveTo>
                    <a:pt x="0" y="289490"/>
                  </a:moveTo>
                  <a:cubicBezTo>
                    <a:pt x="0" y="129052"/>
                    <a:pt x="110094" y="0"/>
                    <a:pt x="244755" y="0"/>
                  </a:cubicBezTo>
                  <a:lnTo>
                    <a:pt x="18712887" y="0"/>
                  </a:lnTo>
                  <a:lnTo>
                    <a:pt x="18712887" y="23898"/>
                  </a:lnTo>
                  <a:lnTo>
                    <a:pt x="18712887" y="0"/>
                  </a:lnTo>
                  <a:cubicBezTo>
                    <a:pt x="18847549" y="0"/>
                    <a:pt x="18957641" y="129052"/>
                    <a:pt x="18957641" y="289490"/>
                  </a:cubicBezTo>
                  <a:lnTo>
                    <a:pt x="18937936" y="289490"/>
                  </a:lnTo>
                  <a:lnTo>
                    <a:pt x="18957641" y="289490"/>
                  </a:lnTo>
                  <a:lnTo>
                    <a:pt x="18957641" y="1351538"/>
                  </a:lnTo>
                  <a:lnTo>
                    <a:pt x="18937936" y="1351538"/>
                  </a:lnTo>
                  <a:lnTo>
                    <a:pt x="18957641" y="1351538"/>
                  </a:lnTo>
                  <a:cubicBezTo>
                    <a:pt x="18957641" y="1511977"/>
                    <a:pt x="18847549" y="1641028"/>
                    <a:pt x="18712887" y="1641028"/>
                  </a:cubicBezTo>
                  <a:lnTo>
                    <a:pt x="18712887" y="1617130"/>
                  </a:lnTo>
                  <a:lnTo>
                    <a:pt x="18712887" y="1641028"/>
                  </a:lnTo>
                  <a:lnTo>
                    <a:pt x="244755" y="1641028"/>
                  </a:lnTo>
                  <a:lnTo>
                    <a:pt x="244755" y="1617130"/>
                  </a:lnTo>
                  <a:lnTo>
                    <a:pt x="244755" y="1641028"/>
                  </a:lnTo>
                  <a:cubicBezTo>
                    <a:pt x="110094" y="1641028"/>
                    <a:pt x="0" y="1511977"/>
                    <a:pt x="0" y="1351538"/>
                  </a:cubicBezTo>
                  <a:lnTo>
                    <a:pt x="0" y="289490"/>
                  </a:lnTo>
                  <a:lnTo>
                    <a:pt x="19706" y="289490"/>
                  </a:lnTo>
                  <a:lnTo>
                    <a:pt x="0" y="289490"/>
                  </a:lnTo>
                  <a:moveTo>
                    <a:pt x="39413" y="289490"/>
                  </a:moveTo>
                  <a:lnTo>
                    <a:pt x="39413" y="1351538"/>
                  </a:lnTo>
                  <a:lnTo>
                    <a:pt x="19706" y="1351538"/>
                  </a:lnTo>
                  <a:lnTo>
                    <a:pt x="39413" y="1351538"/>
                  </a:lnTo>
                  <a:cubicBezTo>
                    <a:pt x="39413" y="1484414"/>
                    <a:pt x="130851" y="1593231"/>
                    <a:pt x="244755" y="1593231"/>
                  </a:cubicBezTo>
                  <a:lnTo>
                    <a:pt x="18712887" y="1593231"/>
                  </a:lnTo>
                  <a:cubicBezTo>
                    <a:pt x="18826792" y="1593231"/>
                    <a:pt x="18918228" y="1484414"/>
                    <a:pt x="18918228" y="1351538"/>
                  </a:cubicBezTo>
                  <a:lnTo>
                    <a:pt x="18918228" y="289490"/>
                  </a:lnTo>
                  <a:cubicBezTo>
                    <a:pt x="18918228" y="156615"/>
                    <a:pt x="18826792" y="47797"/>
                    <a:pt x="18712887" y="47797"/>
                  </a:cubicBezTo>
                  <a:lnTo>
                    <a:pt x="244755" y="47797"/>
                  </a:lnTo>
                  <a:lnTo>
                    <a:pt x="244755" y="23898"/>
                  </a:lnTo>
                  <a:lnTo>
                    <a:pt x="244755" y="47797"/>
                  </a:lnTo>
                  <a:cubicBezTo>
                    <a:pt x="130851" y="47797"/>
                    <a:pt x="39413" y="156615"/>
                    <a:pt x="39413" y="289490"/>
                  </a:cubicBezTo>
                  <a:close/>
                </a:path>
              </a:pathLst>
            </a:custGeom>
            <a:solidFill>
              <a:srgbClr val="E6E1F4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0"/>
              <a:ext cx="18957642" cy="16410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79"/>
                </a:lnSpc>
              </a:pPr>
              <a:r>
                <a:rPr lang="en-US" sz="3399" b="true">
                  <a:solidFill>
                    <a:srgbClr val="291947"/>
                  </a:solidFill>
                  <a:latin typeface="Aptos Bold"/>
                  <a:ea typeface="Aptos Bold"/>
                  <a:cs typeface="Aptos Bold"/>
                  <a:sym typeface="Aptos Bold"/>
                </a:rPr>
                <a:t>Líneas futuras: notificaciones, pagos online, estadísticas avanzadas y bloqueos recurrentes.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87500" y="-2190750"/>
            <a:ext cx="6286500" cy="6286500"/>
            <a:chOff x="0" y="0"/>
            <a:chExt cx="8382000" cy="838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2000" cy="8382000"/>
            </a:xfrm>
            <a:custGeom>
              <a:avLst/>
              <a:gdLst/>
              <a:ahLst/>
              <a:cxnLst/>
              <a:rect r="r" b="b" t="t" l="l"/>
              <a:pathLst>
                <a:path h="8382000" w="8382000">
                  <a:moveTo>
                    <a:pt x="0" y="4191000"/>
                  </a:moveTo>
                  <a:cubicBezTo>
                    <a:pt x="0" y="1876425"/>
                    <a:pt x="1876425" y="0"/>
                    <a:pt x="4191000" y="0"/>
                  </a:cubicBezTo>
                  <a:cubicBezTo>
                    <a:pt x="6505575" y="0"/>
                    <a:pt x="8382000" y="1876425"/>
                    <a:pt x="8382000" y="4191000"/>
                  </a:cubicBezTo>
                  <a:cubicBezTo>
                    <a:pt x="8382000" y="6505575"/>
                    <a:pt x="6505575" y="8382000"/>
                    <a:pt x="4191000" y="8382000"/>
                  </a:cubicBezTo>
                  <a:cubicBezTo>
                    <a:pt x="1876425" y="8382000"/>
                    <a:pt x="0" y="6505575"/>
                    <a:pt x="0" y="4191000"/>
                  </a:cubicBezTo>
                  <a:close/>
                </a:path>
              </a:pathLst>
            </a:custGeom>
            <a:solidFill>
              <a:srgbClr val="EEE8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190750" y="7239000"/>
            <a:ext cx="5524500" cy="5524500"/>
            <a:chOff x="0" y="0"/>
            <a:chExt cx="7366000" cy="736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7366000">
                  <a:moveTo>
                    <a:pt x="0" y="3683000"/>
                  </a:moveTo>
                  <a:cubicBezTo>
                    <a:pt x="0" y="1648968"/>
                    <a:pt x="1648968" y="0"/>
                    <a:pt x="3683000" y="0"/>
                  </a:cubicBezTo>
                  <a:cubicBezTo>
                    <a:pt x="5717032" y="0"/>
                    <a:pt x="7366000" y="1648968"/>
                    <a:pt x="7366000" y="3683000"/>
                  </a:cubicBezTo>
                  <a:cubicBezTo>
                    <a:pt x="7366000" y="5717032"/>
                    <a:pt x="5717032" y="7366000"/>
                    <a:pt x="3683000" y="7366000"/>
                  </a:cubicBezTo>
                  <a:cubicBezTo>
                    <a:pt x="1648968" y="7366000"/>
                    <a:pt x="0" y="5717032"/>
                    <a:pt x="0" y="3683000"/>
                  </a:cubicBezTo>
                  <a:close/>
                </a:path>
              </a:pathLst>
            </a:custGeom>
            <a:solidFill>
              <a:srgbClr val="DCFCE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049500" y="8763000"/>
            <a:ext cx="1905000" cy="266700"/>
            <a:chOff x="0" y="0"/>
            <a:chExt cx="2540000" cy="355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763500" y="8763000"/>
            <a:ext cx="1905000" cy="266700"/>
            <a:chOff x="0" y="0"/>
            <a:chExt cx="2540000" cy="355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355600"/>
            </a:xfrm>
            <a:custGeom>
              <a:avLst/>
              <a:gdLst/>
              <a:ahLst/>
              <a:cxnLst/>
              <a:rect r="r" b="b" t="t" l="l"/>
              <a:pathLst>
                <a:path h="355600" w="2540000">
                  <a:moveTo>
                    <a:pt x="0" y="59309"/>
                  </a:moveTo>
                  <a:cubicBezTo>
                    <a:pt x="0" y="26543"/>
                    <a:pt x="26543" y="0"/>
                    <a:pt x="59309" y="0"/>
                  </a:cubicBezTo>
                  <a:lnTo>
                    <a:pt x="2480691" y="0"/>
                  </a:lnTo>
                  <a:cubicBezTo>
                    <a:pt x="2513457" y="0"/>
                    <a:pt x="2540000" y="26543"/>
                    <a:pt x="2540000" y="59309"/>
                  </a:cubicBezTo>
                  <a:lnTo>
                    <a:pt x="2540000" y="296291"/>
                  </a:lnTo>
                  <a:cubicBezTo>
                    <a:pt x="2540000" y="329057"/>
                    <a:pt x="2513457" y="355600"/>
                    <a:pt x="2480691" y="355600"/>
                  </a:cubicBezTo>
                  <a:lnTo>
                    <a:pt x="59309" y="355600"/>
                  </a:lnTo>
                  <a:cubicBezTo>
                    <a:pt x="26543" y="355600"/>
                    <a:pt x="0" y="329057"/>
                    <a:pt x="0" y="296291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795546" y="2278609"/>
            <a:ext cx="6696909" cy="1095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0"/>
              </a:lnSpc>
            </a:pPr>
            <a:r>
              <a:rPr lang="en-US" sz="7200" b="true">
                <a:solidFill>
                  <a:srgbClr val="191821"/>
                </a:solidFill>
                <a:latin typeface="Aptos Bold"/>
                <a:ea typeface="Aptos Bold"/>
                <a:cs typeface="Aptos Bold"/>
                <a:sym typeface="Aptos Bold"/>
              </a:rPr>
              <a:t>Muchas Gracias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977664" y="3919537"/>
            <a:ext cx="2332673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7C3AED"/>
                </a:solidFill>
                <a:latin typeface="Aptos"/>
                <a:ea typeface="Aptos"/>
                <a:cs typeface="Aptos"/>
                <a:sym typeface="Aptos"/>
              </a:rPr>
              <a:t>Preguntas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8177212" y="5367337"/>
            <a:ext cx="1933575" cy="1933575"/>
            <a:chOff x="0" y="0"/>
            <a:chExt cx="2578100" cy="257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9050" y="19050"/>
              <a:ext cx="254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2540000">
                  <a:moveTo>
                    <a:pt x="0" y="1270000"/>
                  </a:moveTo>
                  <a:cubicBezTo>
                    <a:pt x="0" y="568579"/>
                    <a:pt x="568579" y="0"/>
                    <a:pt x="1270000" y="0"/>
                  </a:cubicBezTo>
                  <a:cubicBezTo>
                    <a:pt x="1971421" y="0"/>
                    <a:pt x="2540000" y="568579"/>
                    <a:pt x="2540000" y="1270000"/>
                  </a:cubicBezTo>
                  <a:cubicBezTo>
                    <a:pt x="2540000" y="1971421"/>
                    <a:pt x="1971421" y="2540000"/>
                    <a:pt x="1270000" y="2540000"/>
                  </a:cubicBezTo>
                  <a:cubicBezTo>
                    <a:pt x="568579" y="2540000"/>
                    <a:pt x="0" y="1971421"/>
                    <a:pt x="0" y="1270000"/>
                  </a:cubicBezTo>
                  <a:close/>
                </a:path>
              </a:pathLst>
            </a:custGeom>
            <a:solidFill>
              <a:srgbClr val="F4F0FF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78100" cy="2578100"/>
            </a:xfrm>
            <a:custGeom>
              <a:avLst/>
              <a:gdLst/>
              <a:ahLst/>
              <a:cxnLst/>
              <a:rect r="r" b="b" t="t" l="l"/>
              <a:pathLst>
                <a:path h="2578100" w="2578100">
                  <a:moveTo>
                    <a:pt x="0" y="1289050"/>
                  </a:moveTo>
                  <a:cubicBezTo>
                    <a:pt x="0" y="577088"/>
                    <a:pt x="577088" y="0"/>
                    <a:pt x="1289050" y="0"/>
                  </a:cubicBezTo>
                  <a:lnTo>
                    <a:pt x="1289050" y="19050"/>
                  </a:lnTo>
                  <a:lnTo>
                    <a:pt x="1289050" y="0"/>
                  </a:lnTo>
                  <a:cubicBezTo>
                    <a:pt x="2001012" y="0"/>
                    <a:pt x="2578100" y="577088"/>
                    <a:pt x="2578100" y="1289050"/>
                  </a:cubicBezTo>
                  <a:lnTo>
                    <a:pt x="2559050" y="1289050"/>
                  </a:lnTo>
                  <a:lnTo>
                    <a:pt x="2578100" y="1289050"/>
                  </a:lnTo>
                  <a:cubicBezTo>
                    <a:pt x="2578100" y="2001012"/>
                    <a:pt x="2001012" y="2578100"/>
                    <a:pt x="1289050" y="2578100"/>
                  </a:cubicBezTo>
                  <a:lnTo>
                    <a:pt x="1289050" y="2559050"/>
                  </a:lnTo>
                  <a:lnTo>
                    <a:pt x="1289050" y="2578100"/>
                  </a:lnTo>
                  <a:cubicBezTo>
                    <a:pt x="577088" y="2578100"/>
                    <a:pt x="0" y="2001012"/>
                    <a:pt x="0" y="1289050"/>
                  </a:cubicBezTo>
                  <a:lnTo>
                    <a:pt x="19050" y="1289050"/>
                  </a:lnTo>
                  <a:lnTo>
                    <a:pt x="38100" y="1289050"/>
                  </a:lnTo>
                  <a:lnTo>
                    <a:pt x="19050" y="1289050"/>
                  </a:lnTo>
                  <a:lnTo>
                    <a:pt x="0" y="1289050"/>
                  </a:lnTo>
                  <a:moveTo>
                    <a:pt x="38100" y="1289050"/>
                  </a:moveTo>
                  <a:cubicBezTo>
                    <a:pt x="38100" y="1299591"/>
                    <a:pt x="29591" y="1308100"/>
                    <a:pt x="19050" y="1308100"/>
                  </a:cubicBezTo>
                  <a:cubicBezTo>
                    <a:pt x="8509" y="1308100"/>
                    <a:pt x="0" y="1299591"/>
                    <a:pt x="0" y="1289050"/>
                  </a:cubicBezTo>
                  <a:cubicBezTo>
                    <a:pt x="0" y="1278509"/>
                    <a:pt x="8509" y="1270000"/>
                    <a:pt x="19050" y="1270000"/>
                  </a:cubicBezTo>
                  <a:cubicBezTo>
                    <a:pt x="29591" y="1270000"/>
                    <a:pt x="38100" y="1278509"/>
                    <a:pt x="38100" y="1289050"/>
                  </a:cubicBezTo>
                  <a:cubicBezTo>
                    <a:pt x="38100" y="1979930"/>
                    <a:pt x="598170" y="2540000"/>
                    <a:pt x="1289050" y="2540000"/>
                  </a:cubicBezTo>
                  <a:cubicBezTo>
                    <a:pt x="1979930" y="2540000"/>
                    <a:pt x="2540000" y="1979930"/>
                    <a:pt x="2540000" y="1289050"/>
                  </a:cubicBezTo>
                  <a:cubicBezTo>
                    <a:pt x="2540000" y="598170"/>
                    <a:pt x="1979930" y="38100"/>
                    <a:pt x="1289050" y="38100"/>
                  </a:cubicBezTo>
                  <a:lnTo>
                    <a:pt x="1289050" y="19050"/>
                  </a:lnTo>
                  <a:lnTo>
                    <a:pt x="1289050" y="38100"/>
                  </a:lnTo>
                  <a:cubicBezTo>
                    <a:pt x="598170" y="38100"/>
                    <a:pt x="38100" y="598170"/>
                    <a:pt x="38100" y="1289050"/>
                  </a:cubicBezTo>
                  <a:close/>
                </a:path>
              </a:pathLst>
            </a:custGeom>
            <a:solidFill>
              <a:srgbClr val="E2DAF8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2578100" cy="25876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7920"/>
                </a:lnSpc>
              </a:pPr>
              <a:r>
                <a:rPr lang="en-US" sz="6600" b="true">
                  <a:solidFill>
                    <a:srgbClr val="7C3AE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?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139190" y="8353425"/>
            <a:ext cx="16009620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696776"/>
                </a:solidFill>
                <a:latin typeface="Aptos"/>
                <a:ea typeface="Aptos"/>
                <a:cs typeface="Aptos"/>
                <a:sym typeface="Aptos"/>
              </a:rPr>
              <a:t>Sistema de Gestión y Reservas a Medida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DAHH-MDEvhA</dc:identifier>
  <dcterms:modified xsi:type="dcterms:W3CDTF">2011-08-01T06:04:30Z</dcterms:modified>
  <cp:revision>1</cp:revision>
  <dc:title>Presentación.pptx</dc:title>
</cp:coreProperties>
</file>